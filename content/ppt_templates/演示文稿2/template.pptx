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134" r:id="rId3"/>
    <p:sldId id="2135" r:id="rId4"/>
    <p:sldId id="571" r:id="rId5"/>
    <p:sldId id="499" r:id="rId6"/>
    <p:sldId id="2103" r:id="rId7"/>
    <p:sldId id="1182" r:id="rId8"/>
    <p:sldId id="333" r:id="rId9"/>
    <p:sldId id="1777" r:id="rId10"/>
    <p:sldId id="286" r:id="rId11"/>
    <p:sldId id="1135" r:id="rId12"/>
    <p:sldId id="2133" r:id="rId13"/>
    <p:sldId id="1761" r:id="rId14"/>
    <p:sldId id="867" r:id="rId15"/>
    <p:sldId id="522" r:id="rId16"/>
    <p:sldId id="391" r:id="rId17"/>
    <p:sldId id="2076" r:id="rId18"/>
    <p:sldId id="307" r:id="rId19"/>
    <p:sldId id="1790" r:id="rId20"/>
    <p:sldId id="1378" r:id="rId21"/>
    <p:sldId id="1243" r:id="rId22"/>
    <p:sldId id="213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52"/>
    <p:restoredTop sz="94643"/>
  </p:normalViewPr>
  <p:slideViewPr>
    <p:cSldViewPr snapToGrid="0">
      <p:cViewPr varScale="1">
        <p:scale>
          <a:sx n="83" d="100"/>
          <a:sy n="83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Sheet1!$A$2:$A$6</c:f>
              <c:numCache>
                <c:formatCode>m\/d\/yyyy</c:formatCode>
                <c:ptCount val="5"/>
                <c:pt idx="0" c:formatCode="m\/d\/yyyy">
                  <c:v>37261</c:v>
                </c:pt>
                <c:pt idx="1" c:formatCode="m\/d\/yyyy">
                  <c:v>37262</c:v>
                </c:pt>
                <c:pt idx="2" c:formatCode="m\/d\/yyyy">
                  <c:v>37263</c:v>
                </c:pt>
                <c:pt idx="3" c:formatCode="m\/d\/yyyy">
                  <c:v>37264</c:v>
                </c:pt>
                <c:pt idx="4" c:formatCode="m\/d\/yyyy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Sheet1!$A$2:$A$6</c:f>
              <c:numCache>
                <c:formatCode>m\/d\/yyyy</c:formatCode>
                <c:ptCount val="5"/>
                <c:pt idx="0" c:formatCode="m\/d\/yyyy">
                  <c:v>37261</c:v>
                </c:pt>
                <c:pt idx="1" c:formatCode="m\/d\/yyyy">
                  <c:v>37262</c:v>
                </c:pt>
                <c:pt idx="2" c:formatCode="m\/d\/yyyy">
                  <c:v>37263</c:v>
                </c:pt>
                <c:pt idx="3" c:formatCode="m\/d\/yyyy">
                  <c:v>37264</c:v>
                </c:pt>
                <c:pt idx="4" c:formatCode="m\/d\/yyyy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Sheet1!$A$2:$A$6</c:f>
              <c:numCache>
                <c:formatCode>m\/d\/yyyy</c:formatCode>
                <c:ptCount val="5"/>
                <c:pt idx="0" c:formatCode="m\/d\/yyyy">
                  <c:v>37261</c:v>
                </c:pt>
                <c:pt idx="1" c:formatCode="m\/d\/yyyy">
                  <c:v>37262</c:v>
                </c:pt>
                <c:pt idx="2" c:formatCode="m\/d\/yyyy">
                  <c:v>37263</c:v>
                </c:pt>
                <c:pt idx="3" c:formatCode="m\/d\/yyyy">
                  <c:v>37264</c:v>
                </c:pt>
                <c:pt idx="4" c:formatCode="m\/d\/yyyy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Sheet1!$A$2:$A$6</c:f>
              <c:numCache>
                <c:formatCode>m\/d\/yyyy</c:formatCode>
                <c:ptCount val="5"/>
                <c:pt idx="0" c:formatCode="m\/d\/yyyy">
                  <c:v>37261</c:v>
                </c:pt>
                <c:pt idx="1" c:formatCode="m\/d\/yyyy">
                  <c:v>37262</c:v>
                </c:pt>
                <c:pt idx="2" c:formatCode="m\/d\/yyyy">
                  <c:v>37263</c:v>
                </c:pt>
                <c:pt idx="3" c:formatCode="m\/d\/yyyy">
                  <c:v>37264</c:v>
                </c:pt>
                <c:pt idx="4" c:formatCode="m\/d\/yyyy">
                  <c:v>37265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34</c:v>
                </c:pt>
                <c:pt idx="4">
                  <c:v>18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3810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accent3"/>
              </a:solidFill>
              <a:ln w="9525" cap="flat" cmpd="sng" algn="ctr">
                <a:noFill/>
                <a:round/>
              </a:ln>
              <a:effectLst/>
            </c:spPr>
          </c:upBars>
          <c:downBars>
            <c:spPr>
              <a:solidFill>
                <a:schemeClr val="accent2"/>
              </a:solidFill>
              <a:ln w="9525" cap="flat" cmpd="sng" algn="ctr">
                <a:noFill/>
                <a:round/>
              </a:ln>
              <a:effectLst/>
            </c:spPr>
          </c:downBars>
        </c:upDownBars>
        <c:axId val="599595328"/>
        <c:axId val="599597624"/>
      </c:stockChart>
      <c:dateAx>
        <c:axId val="599595328"/>
        <c:scaling>
          <c:orientation val="minMax"/>
        </c:scaling>
        <c:delete val="0"/>
        <c:axPos val="b"/>
        <c:numFmt formatCode="m\/d\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pPr>
          </a:p>
        </c:txPr>
        <c:crossAx val="599597624"/>
        <c:crosses val="autoZero"/>
        <c:auto val="1"/>
        <c:lblOffset val="100"/>
        <c:baseTimeUnit val="days"/>
      </c:dateAx>
      <c:valAx>
        <c:axId val="599597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+mn-cs"/>
              </a:defRPr>
            </a:pPr>
          </a:p>
        </c:txPr>
        <c:crossAx val="599595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9847204-c2e4-49fe-8af8-5c193c85fbc0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>
              <a:lumMod val="50000"/>
            </a:schemeClr>
          </a:solidFill>
          <a:latin typeface="Source Han Sans CN" panose="020B0500000000000000" pitchFamily="34" charset="-128"/>
          <a:ea typeface="Source Han Sans CN" panose="020B0500000000000000" pitchFamily="34" charset="-128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0B044-2F85-4439-AF07-2F5DDB68A9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63C9D-ABE5-47AC-B46C-8DEF1D9C61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/>
            <a:srcRect/>
            <a:stretch>
              <a:fillRect t="-68518" b="-685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Pentagon 8"/>
          <p:cNvSpPr/>
          <p:nvPr/>
        </p:nvSpPr>
        <p:spPr>
          <a:xfrm rot="5400000">
            <a:off x="3850550" y="-2255278"/>
            <a:ext cx="4490900" cy="10531420"/>
          </a:xfrm>
          <a:prstGeom prst="homePlate">
            <a:avLst>
              <a:gd name="adj" fmla="val 29908"/>
            </a:avLst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FBFBF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itle 5"/>
          <p:cNvSpPr txBox="1"/>
          <p:nvPr/>
        </p:nvSpPr>
        <p:spPr>
          <a:xfrm>
            <a:off x="1819142" y="1881164"/>
            <a:ext cx="8553713" cy="7989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spc="600" dirty="0">
                <a:solidFill>
                  <a:schemeClr val="bg1"/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  <a:cs typeface="+mn-ea"/>
                <a:sym typeface="+mn-lt"/>
              </a:rPr>
              <a:t>高端行业报告</a:t>
            </a:r>
            <a:endParaRPr lang="en-US" sz="6600" spc="600" dirty="0">
              <a:solidFill>
                <a:schemeClr val="bg1"/>
              </a:solidFill>
              <a:latin typeface="FZQingKeBenYueSongS-R-GB" panose="02000000000000000000" pitchFamily="2" charset="-122"/>
              <a:ea typeface="FZQingKeBenYueSongS-R-GB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2089350" y="2811300"/>
            <a:ext cx="8097388" cy="646331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ctr"/>
            <a:r>
              <a:rPr lang="en-US" altLang="zh-CN" sz="3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POWERPOINT </a:t>
            </a:r>
            <a:r>
              <a:rPr lang="en-US" altLang="zh-CN" sz="3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TEMPLATE</a:t>
            </a:r>
            <a:endParaRPr lang="en-US" altLang="zh-CN" sz="3600" b="1" dirty="0"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6" name="文本框 7"/>
          <p:cNvSpPr txBox="1"/>
          <p:nvPr/>
        </p:nvSpPr>
        <p:spPr>
          <a:xfrm>
            <a:off x="5132678" y="3723099"/>
            <a:ext cx="1926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Created by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深度视觉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Freeform 19"/>
          <p:cNvSpPr/>
          <p:nvPr/>
        </p:nvSpPr>
        <p:spPr bwMode="auto">
          <a:xfrm rot="5400000" flipH="1">
            <a:off x="4907006" y="-661857"/>
            <a:ext cx="2462075" cy="12276083"/>
          </a:xfrm>
          <a:custGeom>
            <a:avLst/>
            <a:gdLst>
              <a:gd name="T0" fmla="*/ 453 w 453"/>
              <a:gd name="T1" fmla="*/ 4 h 814"/>
              <a:gd name="T2" fmla="*/ 284 w 453"/>
              <a:gd name="T3" fmla="*/ 4 h 814"/>
              <a:gd name="T4" fmla="*/ 286 w 453"/>
              <a:gd name="T5" fmla="*/ 0 h 814"/>
              <a:gd name="T6" fmla="*/ 0 w 453"/>
              <a:gd name="T7" fmla="*/ 414 h 814"/>
              <a:gd name="T8" fmla="*/ 275 w 453"/>
              <a:gd name="T9" fmla="*/ 814 h 814"/>
              <a:gd name="T10" fmla="*/ 444 w 453"/>
              <a:gd name="T11" fmla="*/ 814 h 814"/>
              <a:gd name="T12" fmla="*/ 166 w 453"/>
              <a:gd name="T13" fmla="*/ 416 h 814"/>
              <a:gd name="T14" fmla="*/ 453 w 453"/>
              <a:gd name="T15" fmla="*/ 4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53" h="814">
                <a:moveTo>
                  <a:pt x="453" y="4"/>
                </a:moveTo>
                <a:lnTo>
                  <a:pt x="284" y="4"/>
                </a:lnTo>
                <a:lnTo>
                  <a:pt x="286" y="0"/>
                </a:lnTo>
                <a:lnTo>
                  <a:pt x="0" y="414"/>
                </a:lnTo>
                <a:lnTo>
                  <a:pt x="275" y="814"/>
                </a:lnTo>
                <a:lnTo>
                  <a:pt x="444" y="814"/>
                </a:lnTo>
                <a:lnTo>
                  <a:pt x="166" y="416"/>
                </a:lnTo>
                <a:lnTo>
                  <a:pt x="453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34354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" panose="020B0500000000000000" pitchFamily="34" charset="-122"/>
            </a:endParaRPr>
          </a:p>
        </p:txBody>
      </p:sp>
      <p:grpSp>
        <p:nvGrpSpPr>
          <p:cNvPr id="4" name="18310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-7983"/>
            <a:ext cx="12192000" cy="2860920"/>
            <a:chOff x="0" y="-7983"/>
            <a:chExt cx="12192000" cy="2860920"/>
          </a:xfrm>
        </p:grpSpPr>
        <p:sp useBgFill="1">
          <p:nvSpPr>
            <p:cNvPr id="22" name="í$ḷïḑé"/>
            <p:cNvSpPr/>
            <p:nvPr/>
          </p:nvSpPr>
          <p:spPr>
            <a:xfrm>
              <a:off x="0" y="4589"/>
              <a:ext cx="12192000" cy="2848347"/>
            </a:xfrm>
            <a:prstGeom prst="roundRect">
              <a:avLst>
                <a:gd name="adj" fmla="val 0"/>
              </a:avLst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3" name="ïS1íḍè"/>
            <p:cNvSpPr/>
            <p:nvPr/>
          </p:nvSpPr>
          <p:spPr>
            <a:xfrm>
              <a:off x="669925" y="-7983"/>
              <a:ext cx="10851358" cy="2860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24" name="ïşlîḓé"/>
            <p:cNvSpPr txBox="1"/>
            <p:nvPr/>
          </p:nvSpPr>
          <p:spPr>
            <a:xfrm>
              <a:off x="669925" y="1285201"/>
              <a:ext cx="10851357" cy="956309"/>
            </a:xfrm>
            <a:prstGeom prst="rect">
              <a:avLst/>
            </a:prstGeom>
          </p:spPr>
          <p:txBody>
            <a:bodyPr vert="horz" wrap="square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u="none" strike="noStrike" kern="1200" cap="none" spc="6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rPr>
                <a:t>CONTENTS</a:t>
              </a:r>
              <a:endParaRPr kumimoji="0" lang="zh-CN" altLang="en-US" sz="600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思源黑体" panose="020B0500000000000000" pitchFamily="34" charset="-122"/>
              </a:endParaRPr>
            </a:p>
          </p:txBody>
        </p:sp>
        <p:sp>
          <p:nvSpPr>
            <p:cNvPr id="33" name="ïşlîḓé"/>
            <p:cNvSpPr txBox="1"/>
            <p:nvPr/>
          </p:nvSpPr>
          <p:spPr>
            <a:xfrm>
              <a:off x="669925" y="471106"/>
              <a:ext cx="10851357" cy="956309"/>
            </a:xfrm>
            <a:prstGeom prst="rect">
              <a:avLst/>
            </a:prstGeom>
          </p:spPr>
          <p:txBody>
            <a:bodyPr vert="horz" wrap="square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0" u="none" strike="noStrike" kern="1200" cap="none" spc="6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ZQingKeBenYueSongS-R-GB" panose="02000000000000000000" pitchFamily="2" charset="-122"/>
                  <a:ea typeface="FZQingKeBenYueSongS-R-GB" panose="02000000000000000000" pitchFamily="2" charset="-122"/>
                  <a:cs typeface="+mn-ea"/>
                  <a:sym typeface="思源黑体" panose="020B0500000000000000" pitchFamily="34" charset="-122"/>
                </a:rPr>
                <a:t>目录</a:t>
              </a:r>
              <a:endParaRPr kumimoji="0" lang="zh-CN" altLang="en-US" sz="6600" b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ZQingKeBenYueSongS-R-GB" panose="02000000000000000000" pitchFamily="2" charset="-122"/>
                <a:ea typeface="FZQingKeBenYueSongS-R-GB" panose="02000000000000000000" pitchFamily="2" charset="-122"/>
                <a:cs typeface="+mn-ea"/>
                <a:sym typeface="思源黑体" panose="020B0500000000000000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19717" y="3639706"/>
            <a:ext cx="11354562" cy="2552640"/>
            <a:chOff x="499727" y="2919616"/>
            <a:chExt cx="11354562" cy="2552640"/>
          </a:xfrm>
        </p:grpSpPr>
        <p:grpSp>
          <p:nvGrpSpPr>
            <p:cNvPr id="6" name="iṧľîḑè"/>
            <p:cNvGrpSpPr/>
            <p:nvPr/>
          </p:nvGrpSpPr>
          <p:grpSpPr>
            <a:xfrm>
              <a:off x="499727" y="3902596"/>
              <a:ext cx="2804062" cy="1569660"/>
              <a:chOff x="1199456" y="1249730"/>
              <a:chExt cx="2804062" cy="1569660"/>
            </a:xfrm>
          </p:grpSpPr>
          <p:sp>
            <p:nvSpPr>
              <p:cNvPr id="19" name="iṥľîďê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0" name="íŝliďé"/>
              <p:cNvSpPr txBox="1"/>
              <p:nvPr/>
            </p:nvSpPr>
            <p:spPr>
              <a:xfrm>
                <a:off x="1319466" y="124973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1</a:t>
                </a:r>
                <a:endParaRPr lang="en-US" altLang="zh-CN" sz="96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21" name="íşḷïďê"/>
              <p:cNvSpPr/>
              <p:nvPr/>
            </p:nvSpPr>
            <p:spPr>
              <a:xfrm>
                <a:off x="2062650" y="1556792"/>
                <a:ext cx="1940868" cy="382013"/>
              </a:xfrm>
              <a:prstGeom prst="rect">
                <a:avLst/>
              </a:prstGeom>
            </p:spPr>
            <p:txBody>
              <a:bodyPr wrap="square" lIns="91440" tIns="45720" rIns="91440" bIns="45720" anchor="b">
                <a:noAutofit/>
              </a:bodyPr>
              <a:lstStyle/>
              <a:p>
                <a:r>
                  <a:rPr lang="zh-CN" altLang="en-US" sz="2400" b="1" spc="600" dirty="0">
                    <a:solidFill>
                      <a:schemeClr val="accent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输入标题</a:t>
                </a:r>
                <a:endParaRPr lang="zh-CN" altLang="en-US" sz="2400" b="1" spc="600" dirty="0">
                  <a:solidFill>
                    <a:schemeClr val="accent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7" name="îślíḋè"/>
            <p:cNvGrpSpPr/>
            <p:nvPr/>
          </p:nvGrpSpPr>
          <p:grpSpPr>
            <a:xfrm>
              <a:off x="3349894" y="2919616"/>
              <a:ext cx="2804062" cy="1569660"/>
              <a:chOff x="1199456" y="266750"/>
              <a:chExt cx="2804062" cy="1569660"/>
            </a:xfrm>
          </p:grpSpPr>
          <p:sp>
            <p:nvSpPr>
              <p:cNvPr id="16" name="iṩlíḍe"/>
              <p:cNvSpPr/>
              <p:nvPr/>
            </p:nvSpPr>
            <p:spPr>
              <a:xfrm>
                <a:off x="1199456" y="573812"/>
                <a:ext cx="864096" cy="8640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7" name="îśļiḓe"/>
              <p:cNvSpPr txBox="1"/>
              <p:nvPr/>
            </p:nvSpPr>
            <p:spPr>
              <a:xfrm>
                <a:off x="1322235" y="26675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2</a:t>
                </a:r>
                <a:endParaRPr lang="en-US" altLang="zh-CN" sz="96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8" name="iṩļiḑe"/>
              <p:cNvSpPr/>
              <p:nvPr/>
            </p:nvSpPr>
            <p:spPr>
              <a:xfrm>
                <a:off x="2062650" y="573812"/>
                <a:ext cx="1940868" cy="382013"/>
              </a:xfrm>
              <a:prstGeom prst="rect">
                <a:avLst/>
              </a:prstGeom>
            </p:spPr>
            <p:txBody>
              <a:bodyPr wrap="square" lIns="91440" tIns="45720" rIns="91440" bIns="45720" anchor="b">
                <a:noAutofit/>
              </a:bodyPr>
              <a:lstStyle/>
              <a:p>
                <a:r>
                  <a:rPr lang="zh-CN" altLang="en-US" sz="2400" b="1" spc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输入标题</a:t>
                </a:r>
                <a:endParaRPr lang="zh-CN" altLang="en-US" sz="2400" b="1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8" name="íSḷîḓè"/>
            <p:cNvGrpSpPr/>
            <p:nvPr/>
          </p:nvGrpSpPr>
          <p:grpSpPr>
            <a:xfrm>
              <a:off x="6200061" y="3902596"/>
              <a:ext cx="2804062" cy="1569660"/>
              <a:chOff x="1199456" y="1249730"/>
              <a:chExt cx="2804062" cy="1569660"/>
            </a:xfrm>
          </p:grpSpPr>
          <p:sp>
            <p:nvSpPr>
              <p:cNvPr id="13" name="íṡlïdé"/>
              <p:cNvSpPr/>
              <p:nvPr/>
            </p:nvSpPr>
            <p:spPr>
              <a:xfrm>
                <a:off x="1199456" y="1556792"/>
                <a:ext cx="864096" cy="86409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4" name="îš1ïḍè"/>
              <p:cNvSpPr txBox="1"/>
              <p:nvPr/>
            </p:nvSpPr>
            <p:spPr>
              <a:xfrm>
                <a:off x="1319465" y="1249730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3</a:t>
                </a:r>
                <a:endParaRPr lang="en-US" altLang="zh-CN" sz="96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5" name="îSlíḍé"/>
              <p:cNvSpPr/>
              <p:nvPr/>
            </p:nvSpPr>
            <p:spPr>
              <a:xfrm>
                <a:off x="2062650" y="1556792"/>
                <a:ext cx="1940868" cy="382013"/>
              </a:xfrm>
              <a:prstGeom prst="rect">
                <a:avLst/>
              </a:prstGeom>
            </p:spPr>
            <p:txBody>
              <a:bodyPr wrap="square" lIns="91440" tIns="45720" rIns="91440" bIns="45720" anchor="b">
                <a:noAutofit/>
              </a:bodyPr>
              <a:lstStyle/>
              <a:p>
                <a:r>
                  <a:rPr lang="zh-CN" altLang="en-US" sz="2400" b="1" spc="600" dirty="0">
                    <a:solidFill>
                      <a:schemeClr val="accent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输入标题</a:t>
                </a:r>
                <a:endParaRPr lang="zh-CN" altLang="en-US" sz="2400" b="1" spc="600" dirty="0">
                  <a:solidFill>
                    <a:schemeClr val="accent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9050227" y="2919616"/>
              <a:ext cx="2804062" cy="1569660"/>
              <a:chOff x="10087735" y="2919616"/>
              <a:chExt cx="2804062" cy="1569660"/>
            </a:xfrm>
          </p:grpSpPr>
          <p:sp>
            <p:nvSpPr>
              <p:cNvPr id="10" name="í$ḷïḋé"/>
              <p:cNvSpPr/>
              <p:nvPr/>
            </p:nvSpPr>
            <p:spPr>
              <a:xfrm>
                <a:off x="10087735" y="3226678"/>
                <a:ext cx="864096" cy="8640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1" name="ïsḻíde"/>
              <p:cNvSpPr txBox="1"/>
              <p:nvPr/>
            </p:nvSpPr>
            <p:spPr>
              <a:xfrm>
                <a:off x="10181996" y="2919616"/>
                <a:ext cx="869149" cy="156966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r>
                  <a:rPr lang="en-US" altLang="zh-CN" sz="9600" b="1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4</a:t>
                </a:r>
                <a:endParaRPr lang="en-US" altLang="zh-CN" sz="96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  <p:sp>
            <p:nvSpPr>
              <p:cNvPr id="12" name="ïṧlïḑê"/>
              <p:cNvSpPr/>
              <p:nvPr/>
            </p:nvSpPr>
            <p:spPr>
              <a:xfrm>
                <a:off x="10950929" y="3226678"/>
                <a:ext cx="1940868" cy="382013"/>
              </a:xfrm>
              <a:prstGeom prst="rect">
                <a:avLst/>
              </a:prstGeom>
            </p:spPr>
            <p:txBody>
              <a:bodyPr wrap="square" lIns="91440" tIns="45720" rIns="91440" bIns="45720" anchor="b">
                <a:noAutofit/>
              </a:bodyPr>
              <a:lstStyle/>
              <a:p>
                <a:r>
                  <a:rPr lang="zh-CN" altLang="en-US" sz="2400" b="1" spc="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+mn-ea"/>
                    <a:sym typeface="思源黑体" panose="020B0500000000000000" pitchFamily="34" charset="-122"/>
                  </a:rPr>
                  <a:t>输入标题</a:t>
                </a:r>
                <a:endParaRPr lang="zh-CN" altLang="en-US" sz="2400" b="1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+mn-ea"/>
                  <a:sym typeface="思源黑体" panose="020B0500000000000000" pitchFamily="34" charset="-122"/>
                </a:endParaRPr>
              </a:p>
            </p:txBody>
          </p:sp>
        </p:grpSp>
      </p:grpSp>
      <p:sp>
        <p:nvSpPr>
          <p:cNvPr id="25" name="PA-文本框 42"/>
          <p:cNvSpPr txBox="1"/>
          <p:nvPr>
            <p:custDataLst>
              <p:tags r:id="rId2"/>
            </p:custDataLst>
          </p:nvPr>
        </p:nvSpPr>
        <p:spPr>
          <a:xfrm>
            <a:off x="1285625" y="5335853"/>
            <a:ext cx="1938154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l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>此处添加详细文本描述，建议与标题相关并符合整体语言风格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6" name="PA-文本框 42"/>
          <p:cNvSpPr txBox="1"/>
          <p:nvPr>
            <p:custDataLst>
              <p:tags r:id="rId3"/>
            </p:custDataLst>
          </p:nvPr>
        </p:nvSpPr>
        <p:spPr>
          <a:xfrm>
            <a:off x="4213061" y="4340851"/>
            <a:ext cx="1938154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l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>此处添加详细文本描述，建议与标题相关并符合整体语言风格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7" name="PA-文本框 42"/>
          <p:cNvSpPr txBox="1"/>
          <p:nvPr>
            <p:custDataLst>
              <p:tags r:id="rId4"/>
            </p:custDataLst>
          </p:nvPr>
        </p:nvSpPr>
        <p:spPr>
          <a:xfrm>
            <a:off x="7054749" y="5335853"/>
            <a:ext cx="1938154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l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>此处添加详细文本描述，建议与标题相关并符合整体语言风格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sp>
        <p:nvSpPr>
          <p:cNvPr id="28" name="PA-文本框 42"/>
          <p:cNvSpPr txBox="1"/>
          <p:nvPr>
            <p:custDataLst>
              <p:tags r:id="rId5"/>
            </p:custDataLst>
          </p:nvPr>
        </p:nvSpPr>
        <p:spPr>
          <a:xfrm>
            <a:off x="9910305" y="4336764"/>
            <a:ext cx="1938154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200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l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>此处添加详细文本描述，建议与标题相关并符合整体语言风格</a:t>
            </a:r>
            <a:endParaRPr lang="id-ID" sz="1200" dirty="0">
              <a:solidFill>
                <a:schemeClr val="bg1">
                  <a:lumMod val="6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24386" y="3250792"/>
            <a:ext cx="129187" cy="1556594"/>
            <a:chOff x="5046663" y="3200401"/>
            <a:chExt cx="96838" cy="1166812"/>
          </a:xfrm>
          <a:solidFill>
            <a:schemeClr val="accent2"/>
          </a:solidFill>
        </p:grpSpPr>
        <p:sp>
          <p:nvSpPr>
            <p:cNvPr id="3" name="Freeform 10"/>
            <p:cNvSpPr/>
            <p:nvPr/>
          </p:nvSpPr>
          <p:spPr bwMode="auto">
            <a:xfrm>
              <a:off x="5087938" y="3200401"/>
              <a:ext cx="14288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" name="Freeform 31"/>
            <p:cNvSpPr>
              <a:spLocks noEditPoints="1"/>
            </p:cNvSpPr>
            <p:nvPr/>
          </p:nvSpPr>
          <p:spPr bwMode="auto">
            <a:xfrm>
              <a:off x="5046663" y="4268788"/>
              <a:ext cx="96838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49018" y="3250792"/>
            <a:ext cx="129187" cy="1556594"/>
            <a:chOff x="6564313" y="3200401"/>
            <a:chExt cx="96838" cy="1166812"/>
          </a:xfrm>
          <a:solidFill>
            <a:schemeClr val="accent3"/>
          </a:solidFill>
        </p:grpSpPr>
        <p:sp>
          <p:nvSpPr>
            <p:cNvPr id="6" name="Freeform 11"/>
            <p:cNvSpPr/>
            <p:nvPr/>
          </p:nvSpPr>
          <p:spPr bwMode="auto">
            <a:xfrm>
              <a:off x="6605588" y="3200401"/>
              <a:ext cx="14288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7" name="Freeform 32"/>
            <p:cNvSpPr>
              <a:spLocks noEditPoints="1"/>
            </p:cNvSpPr>
            <p:nvPr/>
          </p:nvSpPr>
          <p:spPr bwMode="auto">
            <a:xfrm>
              <a:off x="6564313" y="4268788"/>
              <a:ext cx="96838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73649" y="3250792"/>
            <a:ext cx="131305" cy="1556594"/>
            <a:chOff x="8081963" y="3200401"/>
            <a:chExt cx="98425" cy="1166812"/>
          </a:xfrm>
          <a:solidFill>
            <a:schemeClr val="accent1"/>
          </a:solidFill>
        </p:grpSpPr>
        <p:sp>
          <p:nvSpPr>
            <p:cNvPr id="9" name="Freeform 12"/>
            <p:cNvSpPr/>
            <p:nvPr/>
          </p:nvSpPr>
          <p:spPr bwMode="auto">
            <a:xfrm>
              <a:off x="8123238" y="3200401"/>
              <a:ext cx="15875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10" name="Freeform 33"/>
            <p:cNvSpPr>
              <a:spLocks noEditPoints="1"/>
            </p:cNvSpPr>
            <p:nvPr/>
          </p:nvSpPr>
          <p:spPr bwMode="auto">
            <a:xfrm>
              <a:off x="8081963" y="4268788"/>
              <a:ext cx="98425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97636" y="3250792"/>
            <a:ext cx="131305" cy="1556594"/>
            <a:chOff x="3527425" y="3200401"/>
            <a:chExt cx="98425" cy="1166812"/>
          </a:xfrm>
          <a:solidFill>
            <a:schemeClr val="accent1"/>
          </a:solidFill>
        </p:grpSpPr>
        <p:sp>
          <p:nvSpPr>
            <p:cNvPr id="12" name="Freeform 9"/>
            <p:cNvSpPr/>
            <p:nvPr/>
          </p:nvSpPr>
          <p:spPr bwMode="auto">
            <a:xfrm>
              <a:off x="3568700" y="3200401"/>
              <a:ext cx="15875" cy="1125538"/>
            </a:xfrm>
            <a:custGeom>
              <a:avLst/>
              <a:gdLst>
                <a:gd name="T0" fmla="*/ 2 w 4"/>
                <a:gd name="T1" fmla="*/ 299 h 299"/>
                <a:gd name="T2" fmla="*/ 0 w 4"/>
                <a:gd name="T3" fmla="*/ 297 h 299"/>
                <a:gd name="T4" fmla="*/ 0 w 4"/>
                <a:gd name="T5" fmla="*/ 2 h 299"/>
                <a:gd name="T6" fmla="*/ 2 w 4"/>
                <a:gd name="T7" fmla="*/ 0 h 299"/>
                <a:gd name="T8" fmla="*/ 4 w 4"/>
                <a:gd name="T9" fmla="*/ 2 h 299"/>
                <a:gd name="T10" fmla="*/ 4 w 4"/>
                <a:gd name="T11" fmla="*/ 297 h 299"/>
                <a:gd name="T12" fmla="*/ 2 w 4"/>
                <a:gd name="T13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99">
                  <a:moveTo>
                    <a:pt x="2" y="299"/>
                  </a:moveTo>
                  <a:cubicBezTo>
                    <a:pt x="1" y="299"/>
                    <a:pt x="0" y="298"/>
                    <a:pt x="0" y="297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97"/>
                    <a:pt x="4" y="297"/>
                    <a:pt x="4" y="297"/>
                  </a:cubicBezTo>
                  <a:cubicBezTo>
                    <a:pt x="4" y="298"/>
                    <a:pt x="3" y="299"/>
                    <a:pt x="2" y="2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13" name="Freeform 30"/>
            <p:cNvSpPr>
              <a:spLocks noEditPoints="1"/>
            </p:cNvSpPr>
            <p:nvPr/>
          </p:nvSpPr>
          <p:spPr bwMode="auto">
            <a:xfrm>
              <a:off x="3527425" y="4268788"/>
              <a:ext cx="98425" cy="98425"/>
            </a:xfrm>
            <a:custGeom>
              <a:avLst/>
              <a:gdLst>
                <a:gd name="T0" fmla="*/ 13 w 26"/>
                <a:gd name="T1" fmla="*/ 0 h 26"/>
                <a:gd name="T2" fmla="*/ 0 w 26"/>
                <a:gd name="T3" fmla="*/ 13 h 26"/>
                <a:gd name="T4" fmla="*/ 13 w 26"/>
                <a:gd name="T5" fmla="*/ 26 h 26"/>
                <a:gd name="T6" fmla="*/ 26 w 26"/>
                <a:gd name="T7" fmla="*/ 13 h 26"/>
                <a:gd name="T8" fmla="*/ 13 w 26"/>
                <a:gd name="T9" fmla="*/ 0 h 26"/>
                <a:gd name="T10" fmla="*/ 13 w 26"/>
                <a:gd name="T11" fmla="*/ 20 h 26"/>
                <a:gd name="T12" fmla="*/ 6 w 26"/>
                <a:gd name="T13" fmla="*/ 13 h 26"/>
                <a:gd name="T14" fmla="*/ 13 w 26"/>
                <a:gd name="T15" fmla="*/ 6 h 26"/>
                <a:gd name="T16" fmla="*/ 20 w 26"/>
                <a:gd name="T17" fmla="*/ 13 h 26"/>
                <a:gd name="T18" fmla="*/ 13 w 26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1"/>
                    <a:pt x="6" y="26"/>
                    <a:pt x="13" y="26"/>
                  </a:cubicBezTo>
                  <a:cubicBezTo>
                    <a:pt x="20" y="26"/>
                    <a:pt x="26" y="21"/>
                    <a:pt x="26" y="13"/>
                  </a:cubicBezTo>
                  <a:cubicBezTo>
                    <a:pt x="26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9"/>
                    <a:pt x="9" y="6"/>
                    <a:pt x="13" y="6"/>
                  </a:cubicBezTo>
                  <a:cubicBezTo>
                    <a:pt x="17" y="6"/>
                    <a:pt x="20" y="9"/>
                    <a:pt x="20" y="13"/>
                  </a:cubicBezTo>
                  <a:cubicBezTo>
                    <a:pt x="20" y="17"/>
                    <a:pt x="17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sp>
        <p:nvSpPr>
          <p:cNvPr id="14" name="Freeform 6"/>
          <p:cNvSpPr/>
          <p:nvPr/>
        </p:nvSpPr>
        <p:spPr bwMode="auto">
          <a:xfrm>
            <a:off x="3063289" y="3079248"/>
            <a:ext cx="1980158" cy="995374"/>
          </a:xfrm>
          <a:custGeom>
            <a:avLst/>
            <a:gdLst>
              <a:gd name="T0" fmla="*/ 198 w 395"/>
              <a:gd name="T1" fmla="*/ 133 h 198"/>
              <a:gd name="T2" fmla="*/ 65 w 395"/>
              <a:gd name="T3" fmla="*/ 0 h 198"/>
              <a:gd name="T4" fmla="*/ 0 w 395"/>
              <a:gd name="T5" fmla="*/ 0 h 198"/>
              <a:gd name="T6" fmla="*/ 198 w 395"/>
              <a:gd name="T7" fmla="*/ 198 h 198"/>
              <a:gd name="T8" fmla="*/ 395 w 395"/>
              <a:gd name="T9" fmla="*/ 0 h 198"/>
              <a:gd name="T10" fmla="*/ 331 w 395"/>
              <a:gd name="T11" fmla="*/ 0 h 198"/>
              <a:gd name="T12" fmla="*/ 198 w 395"/>
              <a:gd name="T13" fmla="*/ 133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5" h="198">
                <a:moveTo>
                  <a:pt x="198" y="133"/>
                </a:moveTo>
                <a:cubicBezTo>
                  <a:pt x="124" y="133"/>
                  <a:pt x="65" y="73"/>
                  <a:pt x="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"/>
                  <a:pt x="88" y="198"/>
                  <a:pt x="198" y="198"/>
                </a:cubicBezTo>
                <a:cubicBezTo>
                  <a:pt x="307" y="198"/>
                  <a:pt x="395" y="109"/>
                  <a:pt x="395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31" y="73"/>
                  <a:pt x="271" y="133"/>
                  <a:pt x="198" y="13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5" name="Freeform 5"/>
          <p:cNvSpPr/>
          <p:nvPr/>
        </p:nvSpPr>
        <p:spPr bwMode="auto">
          <a:xfrm>
            <a:off x="5109099" y="3079248"/>
            <a:ext cx="1980158" cy="995374"/>
          </a:xfrm>
          <a:custGeom>
            <a:avLst/>
            <a:gdLst>
              <a:gd name="T0" fmla="*/ 198 w 395"/>
              <a:gd name="T1" fmla="*/ 133 h 198"/>
              <a:gd name="T2" fmla="*/ 65 w 395"/>
              <a:gd name="T3" fmla="*/ 0 h 198"/>
              <a:gd name="T4" fmla="*/ 0 w 395"/>
              <a:gd name="T5" fmla="*/ 0 h 198"/>
              <a:gd name="T6" fmla="*/ 198 w 395"/>
              <a:gd name="T7" fmla="*/ 198 h 198"/>
              <a:gd name="T8" fmla="*/ 395 w 395"/>
              <a:gd name="T9" fmla="*/ 0 h 198"/>
              <a:gd name="T10" fmla="*/ 331 w 395"/>
              <a:gd name="T11" fmla="*/ 0 h 198"/>
              <a:gd name="T12" fmla="*/ 198 w 395"/>
              <a:gd name="T13" fmla="*/ 133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5" h="198">
                <a:moveTo>
                  <a:pt x="198" y="133"/>
                </a:moveTo>
                <a:cubicBezTo>
                  <a:pt x="124" y="133"/>
                  <a:pt x="65" y="73"/>
                  <a:pt x="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"/>
                  <a:pt x="88" y="198"/>
                  <a:pt x="198" y="198"/>
                </a:cubicBezTo>
                <a:cubicBezTo>
                  <a:pt x="307" y="198"/>
                  <a:pt x="395" y="109"/>
                  <a:pt x="395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31" y="73"/>
                  <a:pt x="271" y="133"/>
                  <a:pt x="198" y="133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6" name="Freeform 7"/>
          <p:cNvSpPr/>
          <p:nvPr/>
        </p:nvSpPr>
        <p:spPr bwMode="auto">
          <a:xfrm>
            <a:off x="7152790" y="3079248"/>
            <a:ext cx="1980158" cy="995374"/>
          </a:xfrm>
          <a:custGeom>
            <a:avLst/>
            <a:gdLst>
              <a:gd name="T0" fmla="*/ 198 w 395"/>
              <a:gd name="T1" fmla="*/ 133 h 198"/>
              <a:gd name="T2" fmla="*/ 65 w 395"/>
              <a:gd name="T3" fmla="*/ 0 h 198"/>
              <a:gd name="T4" fmla="*/ 0 w 395"/>
              <a:gd name="T5" fmla="*/ 0 h 198"/>
              <a:gd name="T6" fmla="*/ 198 w 395"/>
              <a:gd name="T7" fmla="*/ 198 h 198"/>
              <a:gd name="T8" fmla="*/ 395 w 395"/>
              <a:gd name="T9" fmla="*/ 0 h 198"/>
              <a:gd name="T10" fmla="*/ 331 w 395"/>
              <a:gd name="T11" fmla="*/ 0 h 198"/>
              <a:gd name="T12" fmla="*/ 198 w 395"/>
              <a:gd name="T13" fmla="*/ 133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5" h="198">
                <a:moveTo>
                  <a:pt x="198" y="133"/>
                </a:moveTo>
                <a:cubicBezTo>
                  <a:pt x="124" y="133"/>
                  <a:pt x="65" y="73"/>
                  <a:pt x="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9"/>
                  <a:pt x="88" y="198"/>
                  <a:pt x="198" y="198"/>
                </a:cubicBezTo>
                <a:cubicBezTo>
                  <a:pt x="307" y="198"/>
                  <a:pt x="395" y="109"/>
                  <a:pt x="395" y="0"/>
                </a:cubicBezTo>
                <a:cubicBezTo>
                  <a:pt x="331" y="0"/>
                  <a:pt x="331" y="0"/>
                  <a:pt x="331" y="0"/>
                </a:cubicBezTo>
                <a:cubicBezTo>
                  <a:pt x="331" y="73"/>
                  <a:pt x="271" y="133"/>
                  <a:pt x="198" y="133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7" name="Freeform 8"/>
          <p:cNvSpPr/>
          <p:nvPr/>
        </p:nvSpPr>
        <p:spPr bwMode="auto">
          <a:xfrm>
            <a:off x="2180068" y="4707849"/>
            <a:ext cx="7845057" cy="49690"/>
          </a:xfrm>
          <a:custGeom>
            <a:avLst/>
            <a:gdLst>
              <a:gd name="T0" fmla="*/ 1521 w 1521"/>
              <a:gd name="T1" fmla="*/ 7 h 14"/>
              <a:gd name="T2" fmla="*/ 1515 w 1521"/>
              <a:gd name="T3" fmla="*/ 14 h 14"/>
              <a:gd name="T4" fmla="*/ 7 w 1521"/>
              <a:gd name="T5" fmla="*/ 14 h 14"/>
              <a:gd name="T6" fmla="*/ 0 w 1521"/>
              <a:gd name="T7" fmla="*/ 7 h 14"/>
              <a:gd name="T8" fmla="*/ 7 w 1521"/>
              <a:gd name="T9" fmla="*/ 0 h 14"/>
              <a:gd name="T10" fmla="*/ 1515 w 1521"/>
              <a:gd name="T11" fmla="*/ 0 h 14"/>
              <a:gd name="T12" fmla="*/ 1521 w 1521"/>
              <a:gd name="T13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21" h="14">
                <a:moveTo>
                  <a:pt x="1521" y="7"/>
                </a:moveTo>
                <a:cubicBezTo>
                  <a:pt x="1521" y="11"/>
                  <a:pt x="1518" y="14"/>
                  <a:pt x="1515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3" y="14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515" y="0"/>
                  <a:pt x="1515" y="0"/>
                  <a:pt x="1515" y="0"/>
                </a:cubicBezTo>
                <a:cubicBezTo>
                  <a:pt x="1518" y="0"/>
                  <a:pt x="1521" y="3"/>
                  <a:pt x="1521" y="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8135456" y="1584070"/>
            <a:ext cx="1986511" cy="1984394"/>
            <a:chOff x="7378700" y="1951038"/>
            <a:chExt cx="1489075" cy="1487488"/>
          </a:xfrm>
        </p:grpSpPr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7378700" y="1951038"/>
              <a:ext cx="1489075" cy="14874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20" name="Oval 17"/>
            <p:cNvSpPr>
              <a:spLocks noChangeArrowheads="1"/>
            </p:cNvSpPr>
            <p:nvPr/>
          </p:nvSpPr>
          <p:spPr bwMode="auto">
            <a:xfrm>
              <a:off x="7631113" y="2203133"/>
              <a:ext cx="1000125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17179" y="1584070"/>
            <a:ext cx="2304183" cy="1984394"/>
            <a:chOff x="5865813" y="1951038"/>
            <a:chExt cx="1727200" cy="1487488"/>
          </a:xfrm>
        </p:grpSpPr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5865813" y="1951038"/>
              <a:ext cx="1487488" cy="1487488"/>
            </a:xfrm>
            <a:custGeom>
              <a:avLst/>
              <a:gdLst>
                <a:gd name="T0" fmla="*/ 198 w 396"/>
                <a:gd name="T1" fmla="*/ 0 h 395"/>
                <a:gd name="T2" fmla="*/ 0 w 396"/>
                <a:gd name="T3" fmla="*/ 198 h 395"/>
                <a:gd name="T4" fmla="*/ 198 w 396"/>
                <a:gd name="T5" fmla="*/ 395 h 395"/>
                <a:gd name="T6" fmla="*/ 396 w 396"/>
                <a:gd name="T7" fmla="*/ 198 h 395"/>
                <a:gd name="T8" fmla="*/ 198 w 396"/>
                <a:gd name="T9" fmla="*/ 0 h 395"/>
                <a:gd name="T10" fmla="*/ 198 w 396"/>
                <a:gd name="T11" fmla="*/ 331 h 395"/>
                <a:gd name="T12" fmla="*/ 65 w 396"/>
                <a:gd name="T13" fmla="*/ 198 h 395"/>
                <a:gd name="T14" fmla="*/ 198 w 396"/>
                <a:gd name="T15" fmla="*/ 65 h 395"/>
                <a:gd name="T16" fmla="*/ 331 w 396"/>
                <a:gd name="T17" fmla="*/ 198 h 395"/>
                <a:gd name="T18" fmla="*/ 198 w 396"/>
                <a:gd name="T19" fmla="*/ 33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6" h="395">
                  <a:moveTo>
                    <a:pt x="198" y="0"/>
                  </a:moveTo>
                  <a:cubicBezTo>
                    <a:pt x="89" y="0"/>
                    <a:pt x="0" y="88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7" y="395"/>
                    <a:pt x="396" y="307"/>
                    <a:pt x="396" y="198"/>
                  </a:cubicBezTo>
                  <a:cubicBezTo>
                    <a:pt x="396" y="88"/>
                    <a:pt x="307" y="0"/>
                    <a:pt x="198" y="0"/>
                  </a:cubicBezTo>
                  <a:close/>
                  <a:moveTo>
                    <a:pt x="198" y="331"/>
                  </a:moveTo>
                  <a:cubicBezTo>
                    <a:pt x="124" y="331"/>
                    <a:pt x="65" y="271"/>
                    <a:pt x="65" y="198"/>
                  </a:cubicBezTo>
                  <a:cubicBezTo>
                    <a:pt x="65" y="124"/>
                    <a:pt x="124" y="65"/>
                    <a:pt x="198" y="65"/>
                  </a:cubicBezTo>
                  <a:cubicBezTo>
                    <a:pt x="271" y="65"/>
                    <a:pt x="331" y="124"/>
                    <a:pt x="331" y="198"/>
                  </a:cubicBezTo>
                  <a:cubicBezTo>
                    <a:pt x="331" y="271"/>
                    <a:pt x="271" y="331"/>
                    <a:pt x="198" y="33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23" name="Freeform 20"/>
            <p:cNvSpPr/>
            <p:nvPr/>
          </p:nvSpPr>
          <p:spPr bwMode="auto">
            <a:xfrm>
              <a:off x="7037388" y="2554288"/>
              <a:ext cx="555625" cy="282575"/>
            </a:xfrm>
            <a:custGeom>
              <a:avLst/>
              <a:gdLst>
                <a:gd name="T0" fmla="*/ 298 w 350"/>
                <a:gd name="T1" fmla="*/ 178 h 178"/>
                <a:gd name="T2" fmla="*/ 0 w 350"/>
                <a:gd name="T3" fmla="*/ 178 h 178"/>
                <a:gd name="T4" fmla="*/ 0 w 350"/>
                <a:gd name="T5" fmla="*/ 0 h 178"/>
                <a:gd name="T6" fmla="*/ 298 w 350"/>
                <a:gd name="T7" fmla="*/ 0 h 178"/>
                <a:gd name="T8" fmla="*/ 350 w 350"/>
                <a:gd name="T9" fmla="*/ 90 h 178"/>
                <a:gd name="T10" fmla="*/ 298 w 350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178">
                  <a:moveTo>
                    <a:pt x="298" y="178"/>
                  </a:moveTo>
                  <a:lnTo>
                    <a:pt x="0" y="178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350" y="90"/>
                  </a:lnTo>
                  <a:lnTo>
                    <a:pt x="298" y="1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6113463" y="2203133"/>
              <a:ext cx="998538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096783" y="1584070"/>
            <a:ext cx="2299947" cy="1984394"/>
            <a:chOff x="4351338" y="1951038"/>
            <a:chExt cx="1724025" cy="1487488"/>
          </a:xfrm>
        </p:grpSpPr>
        <p:sp>
          <p:nvSpPr>
            <p:cNvPr id="26" name="Freeform 14"/>
            <p:cNvSpPr>
              <a:spLocks noEditPoints="1"/>
            </p:cNvSpPr>
            <p:nvPr/>
          </p:nvSpPr>
          <p:spPr bwMode="auto">
            <a:xfrm>
              <a:off x="4351338" y="1951038"/>
              <a:ext cx="1487488" cy="1487488"/>
            </a:xfrm>
            <a:custGeom>
              <a:avLst/>
              <a:gdLst>
                <a:gd name="T0" fmla="*/ 198 w 396"/>
                <a:gd name="T1" fmla="*/ 0 h 395"/>
                <a:gd name="T2" fmla="*/ 0 w 396"/>
                <a:gd name="T3" fmla="*/ 198 h 395"/>
                <a:gd name="T4" fmla="*/ 198 w 396"/>
                <a:gd name="T5" fmla="*/ 395 h 395"/>
                <a:gd name="T6" fmla="*/ 396 w 396"/>
                <a:gd name="T7" fmla="*/ 198 h 395"/>
                <a:gd name="T8" fmla="*/ 198 w 396"/>
                <a:gd name="T9" fmla="*/ 0 h 395"/>
                <a:gd name="T10" fmla="*/ 198 w 396"/>
                <a:gd name="T11" fmla="*/ 331 h 395"/>
                <a:gd name="T12" fmla="*/ 65 w 396"/>
                <a:gd name="T13" fmla="*/ 198 h 395"/>
                <a:gd name="T14" fmla="*/ 198 w 396"/>
                <a:gd name="T15" fmla="*/ 65 h 395"/>
                <a:gd name="T16" fmla="*/ 331 w 396"/>
                <a:gd name="T17" fmla="*/ 198 h 395"/>
                <a:gd name="T18" fmla="*/ 198 w 396"/>
                <a:gd name="T19" fmla="*/ 33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6" h="395">
                  <a:moveTo>
                    <a:pt x="198" y="0"/>
                  </a:moveTo>
                  <a:cubicBezTo>
                    <a:pt x="89" y="0"/>
                    <a:pt x="0" y="88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7" y="395"/>
                    <a:pt x="396" y="307"/>
                    <a:pt x="396" y="198"/>
                  </a:cubicBezTo>
                  <a:cubicBezTo>
                    <a:pt x="396" y="88"/>
                    <a:pt x="307" y="0"/>
                    <a:pt x="198" y="0"/>
                  </a:cubicBezTo>
                  <a:close/>
                  <a:moveTo>
                    <a:pt x="198" y="331"/>
                  </a:moveTo>
                  <a:cubicBezTo>
                    <a:pt x="125" y="331"/>
                    <a:pt x="65" y="271"/>
                    <a:pt x="65" y="198"/>
                  </a:cubicBezTo>
                  <a:cubicBezTo>
                    <a:pt x="65" y="124"/>
                    <a:pt x="125" y="65"/>
                    <a:pt x="198" y="65"/>
                  </a:cubicBezTo>
                  <a:cubicBezTo>
                    <a:pt x="271" y="65"/>
                    <a:pt x="331" y="124"/>
                    <a:pt x="331" y="198"/>
                  </a:cubicBezTo>
                  <a:cubicBezTo>
                    <a:pt x="331" y="271"/>
                    <a:pt x="271" y="331"/>
                    <a:pt x="198" y="3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27" name="Freeform 19"/>
            <p:cNvSpPr/>
            <p:nvPr/>
          </p:nvSpPr>
          <p:spPr bwMode="auto">
            <a:xfrm>
              <a:off x="5519738" y="2554288"/>
              <a:ext cx="555625" cy="282575"/>
            </a:xfrm>
            <a:custGeom>
              <a:avLst/>
              <a:gdLst>
                <a:gd name="T0" fmla="*/ 298 w 350"/>
                <a:gd name="T1" fmla="*/ 178 h 178"/>
                <a:gd name="T2" fmla="*/ 0 w 350"/>
                <a:gd name="T3" fmla="*/ 178 h 178"/>
                <a:gd name="T4" fmla="*/ 0 w 350"/>
                <a:gd name="T5" fmla="*/ 0 h 178"/>
                <a:gd name="T6" fmla="*/ 298 w 350"/>
                <a:gd name="T7" fmla="*/ 0 h 178"/>
                <a:gd name="T8" fmla="*/ 350 w 350"/>
                <a:gd name="T9" fmla="*/ 90 h 178"/>
                <a:gd name="T10" fmla="*/ 298 w 350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178">
                  <a:moveTo>
                    <a:pt x="298" y="178"/>
                  </a:moveTo>
                  <a:lnTo>
                    <a:pt x="0" y="178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350" y="90"/>
                  </a:lnTo>
                  <a:lnTo>
                    <a:pt x="298" y="1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28" name="Oval 22"/>
            <p:cNvSpPr>
              <a:spLocks noChangeArrowheads="1"/>
            </p:cNvSpPr>
            <p:nvPr/>
          </p:nvSpPr>
          <p:spPr bwMode="auto">
            <a:xfrm>
              <a:off x="4595813" y="2203133"/>
              <a:ext cx="998538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sp>
        <p:nvSpPr>
          <p:cNvPr id="29" name="Freeform 34"/>
          <p:cNvSpPr>
            <a:spLocks noEditPoints="1"/>
          </p:cNvSpPr>
          <p:nvPr/>
        </p:nvSpPr>
        <p:spPr bwMode="auto">
          <a:xfrm>
            <a:off x="4819027" y="2334026"/>
            <a:ext cx="529316" cy="534888"/>
          </a:xfrm>
          <a:custGeom>
            <a:avLst/>
            <a:gdLst>
              <a:gd name="T0" fmla="*/ 75 w 80"/>
              <a:gd name="T1" fmla="*/ 29 h 81"/>
              <a:gd name="T2" fmla="*/ 73 w 80"/>
              <a:gd name="T3" fmla="*/ 24 h 81"/>
              <a:gd name="T4" fmla="*/ 69 w 80"/>
              <a:gd name="T5" fmla="*/ 12 h 81"/>
              <a:gd name="T6" fmla="*/ 57 w 80"/>
              <a:gd name="T7" fmla="*/ 8 h 81"/>
              <a:gd name="T8" fmla="*/ 51 w 80"/>
              <a:gd name="T9" fmla="*/ 5 h 81"/>
              <a:gd name="T10" fmla="*/ 40 w 80"/>
              <a:gd name="T11" fmla="*/ 0 h 81"/>
              <a:gd name="T12" fmla="*/ 29 w 80"/>
              <a:gd name="T13" fmla="*/ 5 h 81"/>
              <a:gd name="T14" fmla="*/ 23 w 80"/>
              <a:gd name="T15" fmla="*/ 8 h 81"/>
              <a:gd name="T16" fmla="*/ 11 w 80"/>
              <a:gd name="T17" fmla="*/ 12 h 81"/>
              <a:gd name="T18" fmla="*/ 7 w 80"/>
              <a:gd name="T19" fmla="*/ 24 h 81"/>
              <a:gd name="T20" fmla="*/ 5 w 80"/>
              <a:gd name="T21" fmla="*/ 29 h 81"/>
              <a:gd name="T22" fmla="*/ 0 w 80"/>
              <a:gd name="T23" fmla="*/ 41 h 81"/>
              <a:gd name="T24" fmla="*/ 5 w 80"/>
              <a:gd name="T25" fmla="*/ 52 h 81"/>
              <a:gd name="T26" fmla="*/ 7 w 80"/>
              <a:gd name="T27" fmla="*/ 58 h 81"/>
              <a:gd name="T28" fmla="*/ 11 w 80"/>
              <a:gd name="T29" fmla="*/ 69 h 81"/>
              <a:gd name="T30" fmla="*/ 23 w 80"/>
              <a:gd name="T31" fmla="*/ 73 h 81"/>
              <a:gd name="T32" fmla="*/ 29 w 80"/>
              <a:gd name="T33" fmla="*/ 76 h 81"/>
              <a:gd name="T34" fmla="*/ 40 w 80"/>
              <a:gd name="T35" fmla="*/ 81 h 81"/>
              <a:gd name="T36" fmla="*/ 51 w 80"/>
              <a:gd name="T37" fmla="*/ 76 h 81"/>
              <a:gd name="T38" fmla="*/ 57 w 80"/>
              <a:gd name="T39" fmla="*/ 73 h 81"/>
              <a:gd name="T40" fmla="*/ 69 w 80"/>
              <a:gd name="T41" fmla="*/ 69 h 81"/>
              <a:gd name="T42" fmla="*/ 73 w 80"/>
              <a:gd name="T43" fmla="*/ 58 h 81"/>
              <a:gd name="T44" fmla="*/ 75 w 80"/>
              <a:gd name="T45" fmla="*/ 52 h 81"/>
              <a:gd name="T46" fmla="*/ 80 w 80"/>
              <a:gd name="T47" fmla="*/ 41 h 81"/>
              <a:gd name="T48" fmla="*/ 75 w 80"/>
              <a:gd name="T49" fmla="*/ 29 h 81"/>
              <a:gd name="T50" fmla="*/ 40 w 80"/>
              <a:gd name="T51" fmla="*/ 53 h 81"/>
              <a:gd name="T52" fmla="*/ 28 w 80"/>
              <a:gd name="T53" fmla="*/ 41 h 81"/>
              <a:gd name="T54" fmla="*/ 40 w 80"/>
              <a:gd name="T55" fmla="*/ 28 h 81"/>
              <a:gd name="T56" fmla="*/ 52 w 80"/>
              <a:gd name="T57" fmla="*/ 41 h 81"/>
              <a:gd name="T58" fmla="*/ 40 w 80"/>
              <a:gd name="T59" fmla="*/ 53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80" h="81">
                <a:moveTo>
                  <a:pt x="75" y="29"/>
                </a:moveTo>
                <a:cubicBezTo>
                  <a:pt x="72" y="29"/>
                  <a:pt x="71" y="26"/>
                  <a:pt x="73" y="24"/>
                </a:cubicBezTo>
                <a:cubicBezTo>
                  <a:pt x="74" y="21"/>
                  <a:pt x="72" y="16"/>
                  <a:pt x="69" y="12"/>
                </a:cubicBezTo>
                <a:cubicBezTo>
                  <a:pt x="65" y="8"/>
                  <a:pt x="60" y="6"/>
                  <a:pt x="57" y="8"/>
                </a:cubicBezTo>
                <a:cubicBezTo>
                  <a:pt x="54" y="9"/>
                  <a:pt x="52" y="8"/>
                  <a:pt x="51" y="5"/>
                </a:cubicBezTo>
                <a:cubicBezTo>
                  <a:pt x="50" y="3"/>
                  <a:pt x="45" y="0"/>
                  <a:pt x="40" y="0"/>
                </a:cubicBezTo>
                <a:cubicBezTo>
                  <a:pt x="35" y="0"/>
                  <a:pt x="30" y="3"/>
                  <a:pt x="29" y="5"/>
                </a:cubicBezTo>
                <a:cubicBezTo>
                  <a:pt x="28" y="8"/>
                  <a:pt x="26" y="9"/>
                  <a:pt x="23" y="8"/>
                </a:cubicBezTo>
                <a:cubicBezTo>
                  <a:pt x="20" y="6"/>
                  <a:pt x="15" y="8"/>
                  <a:pt x="11" y="12"/>
                </a:cubicBezTo>
                <a:cubicBezTo>
                  <a:pt x="8" y="16"/>
                  <a:pt x="6" y="21"/>
                  <a:pt x="7" y="24"/>
                </a:cubicBezTo>
                <a:cubicBezTo>
                  <a:pt x="9" y="26"/>
                  <a:pt x="8" y="29"/>
                  <a:pt x="5" y="29"/>
                </a:cubicBezTo>
                <a:cubicBezTo>
                  <a:pt x="2" y="30"/>
                  <a:pt x="0" y="35"/>
                  <a:pt x="0" y="41"/>
                </a:cubicBezTo>
                <a:cubicBezTo>
                  <a:pt x="0" y="46"/>
                  <a:pt x="2" y="51"/>
                  <a:pt x="5" y="52"/>
                </a:cubicBezTo>
                <a:cubicBezTo>
                  <a:pt x="8" y="52"/>
                  <a:pt x="9" y="55"/>
                  <a:pt x="7" y="58"/>
                </a:cubicBezTo>
                <a:cubicBezTo>
                  <a:pt x="6" y="60"/>
                  <a:pt x="8" y="65"/>
                  <a:pt x="11" y="69"/>
                </a:cubicBezTo>
                <a:cubicBezTo>
                  <a:pt x="15" y="73"/>
                  <a:pt x="20" y="75"/>
                  <a:pt x="23" y="73"/>
                </a:cubicBezTo>
                <a:cubicBezTo>
                  <a:pt x="26" y="72"/>
                  <a:pt x="28" y="73"/>
                  <a:pt x="29" y="76"/>
                </a:cubicBezTo>
                <a:cubicBezTo>
                  <a:pt x="30" y="79"/>
                  <a:pt x="35" y="81"/>
                  <a:pt x="40" y="81"/>
                </a:cubicBezTo>
                <a:cubicBezTo>
                  <a:pt x="45" y="81"/>
                  <a:pt x="50" y="79"/>
                  <a:pt x="51" y="76"/>
                </a:cubicBezTo>
                <a:cubicBezTo>
                  <a:pt x="52" y="73"/>
                  <a:pt x="54" y="72"/>
                  <a:pt x="57" y="73"/>
                </a:cubicBezTo>
                <a:cubicBezTo>
                  <a:pt x="60" y="75"/>
                  <a:pt x="65" y="73"/>
                  <a:pt x="69" y="69"/>
                </a:cubicBezTo>
                <a:cubicBezTo>
                  <a:pt x="72" y="65"/>
                  <a:pt x="74" y="60"/>
                  <a:pt x="73" y="58"/>
                </a:cubicBezTo>
                <a:cubicBezTo>
                  <a:pt x="71" y="55"/>
                  <a:pt x="72" y="52"/>
                  <a:pt x="75" y="52"/>
                </a:cubicBezTo>
                <a:cubicBezTo>
                  <a:pt x="78" y="51"/>
                  <a:pt x="80" y="46"/>
                  <a:pt x="80" y="41"/>
                </a:cubicBezTo>
                <a:cubicBezTo>
                  <a:pt x="80" y="35"/>
                  <a:pt x="78" y="30"/>
                  <a:pt x="75" y="29"/>
                </a:cubicBezTo>
                <a:close/>
                <a:moveTo>
                  <a:pt x="40" y="53"/>
                </a:moveTo>
                <a:cubicBezTo>
                  <a:pt x="33" y="53"/>
                  <a:pt x="28" y="47"/>
                  <a:pt x="28" y="41"/>
                </a:cubicBezTo>
                <a:cubicBezTo>
                  <a:pt x="28" y="34"/>
                  <a:pt x="33" y="28"/>
                  <a:pt x="40" y="28"/>
                </a:cubicBezTo>
                <a:cubicBezTo>
                  <a:pt x="47" y="28"/>
                  <a:pt x="52" y="34"/>
                  <a:pt x="52" y="41"/>
                </a:cubicBezTo>
                <a:cubicBezTo>
                  <a:pt x="52" y="47"/>
                  <a:pt x="47" y="53"/>
                  <a:pt x="40" y="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6837084" y="2303709"/>
            <a:ext cx="548818" cy="540461"/>
            <a:chOff x="6454775" y="2647951"/>
            <a:chExt cx="312738" cy="307975"/>
          </a:xfrm>
          <a:solidFill>
            <a:schemeClr val="accent3"/>
          </a:solidFill>
        </p:grpSpPr>
        <p:sp>
          <p:nvSpPr>
            <p:cNvPr id="31" name="Freeform 35"/>
            <p:cNvSpPr/>
            <p:nvPr/>
          </p:nvSpPr>
          <p:spPr bwMode="auto">
            <a:xfrm>
              <a:off x="6616700" y="2647951"/>
              <a:ext cx="150813" cy="146050"/>
            </a:xfrm>
            <a:custGeom>
              <a:avLst/>
              <a:gdLst>
                <a:gd name="T0" fmla="*/ 0 w 40"/>
                <a:gd name="T1" fmla="*/ 0 h 39"/>
                <a:gd name="T2" fmla="*/ 0 w 40"/>
                <a:gd name="T3" fmla="*/ 39 h 39"/>
                <a:gd name="T4" fmla="*/ 40 w 40"/>
                <a:gd name="T5" fmla="*/ 39 h 39"/>
                <a:gd name="T6" fmla="*/ 0 w 40"/>
                <a:gd name="T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9">
                  <a:moveTo>
                    <a:pt x="0" y="0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40" y="18"/>
                    <a:pt x="22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32" name="Freeform 36"/>
            <p:cNvSpPr/>
            <p:nvPr/>
          </p:nvSpPr>
          <p:spPr bwMode="auto">
            <a:xfrm>
              <a:off x="6454775" y="2659063"/>
              <a:ext cx="301625" cy="296863"/>
            </a:xfrm>
            <a:custGeom>
              <a:avLst/>
              <a:gdLst>
                <a:gd name="T0" fmla="*/ 40 w 80"/>
                <a:gd name="T1" fmla="*/ 40 h 79"/>
                <a:gd name="T2" fmla="*/ 40 w 80"/>
                <a:gd name="T3" fmla="*/ 0 h 79"/>
                <a:gd name="T4" fmla="*/ 0 w 80"/>
                <a:gd name="T5" fmla="*/ 40 h 79"/>
                <a:gd name="T6" fmla="*/ 40 w 80"/>
                <a:gd name="T7" fmla="*/ 79 h 79"/>
                <a:gd name="T8" fmla="*/ 80 w 80"/>
                <a:gd name="T9" fmla="*/ 40 h 79"/>
                <a:gd name="T10" fmla="*/ 40 w 80"/>
                <a:gd name="T11" fmla="*/ 4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79">
                  <a:moveTo>
                    <a:pt x="40" y="4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79"/>
                    <a:pt x="40" y="79"/>
                  </a:cubicBezTo>
                  <a:cubicBezTo>
                    <a:pt x="62" y="79"/>
                    <a:pt x="80" y="62"/>
                    <a:pt x="80" y="40"/>
                  </a:cubicBezTo>
                  <a:lnTo>
                    <a:pt x="4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869071" y="2303709"/>
            <a:ext cx="540461" cy="540461"/>
            <a:chOff x="7977188" y="2647951"/>
            <a:chExt cx="307975" cy="307975"/>
          </a:xfrm>
          <a:solidFill>
            <a:schemeClr val="accent1"/>
          </a:solidFill>
        </p:grpSpPr>
        <p:sp>
          <p:nvSpPr>
            <p:cNvPr id="34" name="Rectangle 37"/>
            <p:cNvSpPr>
              <a:spLocks noChangeArrowheads="1"/>
            </p:cNvSpPr>
            <p:nvPr/>
          </p:nvSpPr>
          <p:spPr bwMode="auto">
            <a:xfrm>
              <a:off x="7977188" y="2790826"/>
              <a:ext cx="82550" cy="1651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35" name="Rectangle 38"/>
            <p:cNvSpPr>
              <a:spLocks noChangeArrowheads="1"/>
            </p:cNvSpPr>
            <p:nvPr/>
          </p:nvSpPr>
          <p:spPr bwMode="auto">
            <a:xfrm>
              <a:off x="8089900" y="2705101"/>
              <a:ext cx="82550" cy="250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36" name="Rectangle 39"/>
            <p:cNvSpPr>
              <a:spLocks noChangeArrowheads="1"/>
            </p:cNvSpPr>
            <p:nvPr/>
          </p:nvSpPr>
          <p:spPr bwMode="auto">
            <a:xfrm>
              <a:off x="8197850" y="2647951"/>
              <a:ext cx="87313" cy="3079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070033" y="1584070"/>
            <a:ext cx="2302066" cy="1984394"/>
            <a:chOff x="2832100" y="1951038"/>
            <a:chExt cx="1725613" cy="1487488"/>
          </a:xfrm>
        </p:grpSpPr>
        <p:sp>
          <p:nvSpPr>
            <p:cNvPr id="38" name="Freeform 13"/>
            <p:cNvSpPr>
              <a:spLocks noEditPoints="1"/>
            </p:cNvSpPr>
            <p:nvPr/>
          </p:nvSpPr>
          <p:spPr bwMode="auto">
            <a:xfrm>
              <a:off x="2832100" y="1951038"/>
              <a:ext cx="1489075" cy="1487488"/>
            </a:xfrm>
            <a:custGeom>
              <a:avLst/>
              <a:gdLst>
                <a:gd name="T0" fmla="*/ 198 w 396"/>
                <a:gd name="T1" fmla="*/ 0 h 395"/>
                <a:gd name="T2" fmla="*/ 0 w 396"/>
                <a:gd name="T3" fmla="*/ 198 h 395"/>
                <a:gd name="T4" fmla="*/ 198 w 396"/>
                <a:gd name="T5" fmla="*/ 395 h 395"/>
                <a:gd name="T6" fmla="*/ 396 w 396"/>
                <a:gd name="T7" fmla="*/ 198 h 395"/>
                <a:gd name="T8" fmla="*/ 198 w 396"/>
                <a:gd name="T9" fmla="*/ 0 h 395"/>
                <a:gd name="T10" fmla="*/ 198 w 396"/>
                <a:gd name="T11" fmla="*/ 331 h 395"/>
                <a:gd name="T12" fmla="*/ 65 w 396"/>
                <a:gd name="T13" fmla="*/ 198 h 395"/>
                <a:gd name="T14" fmla="*/ 198 w 396"/>
                <a:gd name="T15" fmla="*/ 65 h 395"/>
                <a:gd name="T16" fmla="*/ 331 w 396"/>
                <a:gd name="T17" fmla="*/ 198 h 395"/>
                <a:gd name="T18" fmla="*/ 198 w 396"/>
                <a:gd name="T19" fmla="*/ 331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6" h="395">
                  <a:moveTo>
                    <a:pt x="198" y="0"/>
                  </a:moveTo>
                  <a:cubicBezTo>
                    <a:pt x="89" y="0"/>
                    <a:pt x="0" y="88"/>
                    <a:pt x="0" y="198"/>
                  </a:cubicBezTo>
                  <a:cubicBezTo>
                    <a:pt x="0" y="307"/>
                    <a:pt x="89" y="395"/>
                    <a:pt x="198" y="395"/>
                  </a:cubicBezTo>
                  <a:cubicBezTo>
                    <a:pt x="307" y="395"/>
                    <a:pt x="396" y="307"/>
                    <a:pt x="396" y="198"/>
                  </a:cubicBezTo>
                  <a:cubicBezTo>
                    <a:pt x="396" y="88"/>
                    <a:pt x="307" y="0"/>
                    <a:pt x="198" y="0"/>
                  </a:cubicBezTo>
                  <a:close/>
                  <a:moveTo>
                    <a:pt x="198" y="331"/>
                  </a:moveTo>
                  <a:cubicBezTo>
                    <a:pt x="125" y="331"/>
                    <a:pt x="65" y="271"/>
                    <a:pt x="65" y="198"/>
                  </a:cubicBezTo>
                  <a:cubicBezTo>
                    <a:pt x="65" y="124"/>
                    <a:pt x="125" y="65"/>
                    <a:pt x="198" y="65"/>
                  </a:cubicBezTo>
                  <a:cubicBezTo>
                    <a:pt x="271" y="65"/>
                    <a:pt x="331" y="124"/>
                    <a:pt x="331" y="198"/>
                  </a:cubicBezTo>
                  <a:cubicBezTo>
                    <a:pt x="331" y="271"/>
                    <a:pt x="271" y="331"/>
                    <a:pt x="198" y="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39" name="Freeform 18"/>
            <p:cNvSpPr/>
            <p:nvPr/>
          </p:nvSpPr>
          <p:spPr bwMode="auto">
            <a:xfrm>
              <a:off x="4002088" y="2554288"/>
              <a:ext cx="555625" cy="282575"/>
            </a:xfrm>
            <a:custGeom>
              <a:avLst/>
              <a:gdLst>
                <a:gd name="T0" fmla="*/ 298 w 350"/>
                <a:gd name="T1" fmla="*/ 178 h 178"/>
                <a:gd name="T2" fmla="*/ 0 w 350"/>
                <a:gd name="T3" fmla="*/ 178 h 178"/>
                <a:gd name="T4" fmla="*/ 0 w 350"/>
                <a:gd name="T5" fmla="*/ 0 h 178"/>
                <a:gd name="T6" fmla="*/ 298 w 350"/>
                <a:gd name="T7" fmla="*/ 0 h 178"/>
                <a:gd name="T8" fmla="*/ 350 w 350"/>
                <a:gd name="T9" fmla="*/ 90 h 178"/>
                <a:gd name="T10" fmla="*/ 298 w 350"/>
                <a:gd name="T11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" h="178">
                  <a:moveTo>
                    <a:pt x="298" y="178"/>
                  </a:moveTo>
                  <a:lnTo>
                    <a:pt x="0" y="178"/>
                  </a:lnTo>
                  <a:lnTo>
                    <a:pt x="0" y="0"/>
                  </a:lnTo>
                  <a:lnTo>
                    <a:pt x="298" y="0"/>
                  </a:lnTo>
                  <a:lnTo>
                    <a:pt x="350" y="90"/>
                  </a:lnTo>
                  <a:lnTo>
                    <a:pt x="298" y="1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0" name="Oval 21"/>
            <p:cNvSpPr>
              <a:spLocks noChangeArrowheads="1"/>
            </p:cNvSpPr>
            <p:nvPr/>
          </p:nvSpPr>
          <p:spPr bwMode="auto">
            <a:xfrm>
              <a:off x="3076575" y="2203133"/>
              <a:ext cx="1000125" cy="9985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720399" y="2260364"/>
            <a:ext cx="651895" cy="654683"/>
            <a:chOff x="3378200" y="2625726"/>
            <a:chExt cx="371475" cy="373063"/>
          </a:xfrm>
          <a:solidFill>
            <a:schemeClr val="accent1"/>
          </a:solidFill>
        </p:grpSpPr>
        <p:sp>
          <p:nvSpPr>
            <p:cNvPr id="42" name="Freeform 24"/>
            <p:cNvSpPr>
              <a:spLocks noEditPoints="1"/>
            </p:cNvSpPr>
            <p:nvPr/>
          </p:nvSpPr>
          <p:spPr bwMode="auto">
            <a:xfrm>
              <a:off x="3378200" y="2644776"/>
              <a:ext cx="352425" cy="354013"/>
            </a:xfrm>
            <a:custGeom>
              <a:avLst/>
              <a:gdLst>
                <a:gd name="T0" fmla="*/ 78 w 94"/>
                <a:gd name="T1" fmla="*/ 16 h 94"/>
                <a:gd name="T2" fmla="*/ 17 w 94"/>
                <a:gd name="T3" fmla="*/ 16 h 94"/>
                <a:gd name="T4" fmla="*/ 17 w 94"/>
                <a:gd name="T5" fmla="*/ 77 h 94"/>
                <a:gd name="T6" fmla="*/ 78 w 94"/>
                <a:gd name="T7" fmla="*/ 77 h 94"/>
                <a:gd name="T8" fmla="*/ 78 w 94"/>
                <a:gd name="T9" fmla="*/ 16 h 94"/>
                <a:gd name="T10" fmla="*/ 60 w 94"/>
                <a:gd name="T11" fmla="*/ 59 h 94"/>
                <a:gd name="T12" fmla="*/ 35 w 94"/>
                <a:gd name="T13" fmla="*/ 59 h 94"/>
                <a:gd name="T14" fmla="*/ 35 w 94"/>
                <a:gd name="T15" fmla="*/ 34 h 94"/>
                <a:gd name="T16" fmla="*/ 60 w 94"/>
                <a:gd name="T17" fmla="*/ 34 h 94"/>
                <a:gd name="T18" fmla="*/ 60 w 94"/>
                <a:gd name="T19" fmla="*/ 59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94">
                  <a:moveTo>
                    <a:pt x="78" y="16"/>
                  </a:moveTo>
                  <a:cubicBezTo>
                    <a:pt x="61" y="0"/>
                    <a:pt x="34" y="0"/>
                    <a:pt x="17" y="16"/>
                  </a:cubicBezTo>
                  <a:cubicBezTo>
                    <a:pt x="0" y="33"/>
                    <a:pt x="0" y="60"/>
                    <a:pt x="17" y="77"/>
                  </a:cubicBezTo>
                  <a:cubicBezTo>
                    <a:pt x="34" y="94"/>
                    <a:pt x="61" y="94"/>
                    <a:pt x="78" y="77"/>
                  </a:cubicBezTo>
                  <a:cubicBezTo>
                    <a:pt x="94" y="60"/>
                    <a:pt x="94" y="33"/>
                    <a:pt x="78" y="16"/>
                  </a:cubicBezTo>
                  <a:close/>
                  <a:moveTo>
                    <a:pt x="60" y="59"/>
                  </a:moveTo>
                  <a:cubicBezTo>
                    <a:pt x="53" y="66"/>
                    <a:pt x="42" y="66"/>
                    <a:pt x="35" y="59"/>
                  </a:cubicBezTo>
                  <a:cubicBezTo>
                    <a:pt x="28" y="52"/>
                    <a:pt x="28" y="41"/>
                    <a:pt x="35" y="34"/>
                  </a:cubicBezTo>
                  <a:cubicBezTo>
                    <a:pt x="42" y="28"/>
                    <a:pt x="53" y="28"/>
                    <a:pt x="60" y="34"/>
                  </a:cubicBezTo>
                  <a:cubicBezTo>
                    <a:pt x="66" y="41"/>
                    <a:pt x="66" y="52"/>
                    <a:pt x="60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3" name="Freeform 25"/>
            <p:cNvSpPr/>
            <p:nvPr/>
          </p:nvSpPr>
          <p:spPr bwMode="auto">
            <a:xfrm>
              <a:off x="3546475" y="2640013"/>
              <a:ext cx="188913" cy="184150"/>
            </a:xfrm>
            <a:custGeom>
              <a:avLst/>
              <a:gdLst>
                <a:gd name="T0" fmla="*/ 2 w 50"/>
                <a:gd name="T1" fmla="*/ 49 h 49"/>
                <a:gd name="T2" fmla="*/ 1 w 50"/>
                <a:gd name="T3" fmla="*/ 49 h 49"/>
                <a:gd name="T4" fmla="*/ 1 w 50"/>
                <a:gd name="T5" fmla="*/ 46 h 49"/>
                <a:gd name="T6" fmla="*/ 47 w 50"/>
                <a:gd name="T7" fmla="*/ 1 h 49"/>
                <a:gd name="T8" fmla="*/ 49 w 50"/>
                <a:gd name="T9" fmla="*/ 1 h 49"/>
                <a:gd name="T10" fmla="*/ 49 w 50"/>
                <a:gd name="T11" fmla="*/ 3 h 49"/>
                <a:gd name="T12" fmla="*/ 4 w 50"/>
                <a:gd name="T13" fmla="*/ 49 h 49"/>
                <a:gd name="T14" fmla="*/ 2 w 50"/>
                <a:gd name="T15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49">
                  <a:moveTo>
                    <a:pt x="2" y="49"/>
                  </a:moveTo>
                  <a:cubicBezTo>
                    <a:pt x="2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7" y="0"/>
                    <a:pt x="49" y="0"/>
                    <a:pt x="49" y="1"/>
                  </a:cubicBezTo>
                  <a:cubicBezTo>
                    <a:pt x="50" y="1"/>
                    <a:pt x="50" y="3"/>
                    <a:pt x="49" y="3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3" y="49"/>
                    <a:pt x="3" y="49"/>
                    <a:pt x="2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4" name="Freeform 26"/>
            <p:cNvSpPr/>
            <p:nvPr/>
          </p:nvSpPr>
          <p:spPr bwMode="auto">
            <a:xfrm>
              <a:off x="3670300" y="2644776"/>
              <a:ext cx="15875" cy="60325"/>
            </a:xfrm>
            <a:custGeom>
              <a:avLst/>
              <a:gdLst>
                <a:gd name="T0" fmla="*/ 2 w 4"/>
                <a:gd name="T1" fmla="*/ 16 h 16"/>
                <a:gd name="T2" fmla="*/ 0 w 4"/>
                <a:gd name="T3" fmla="*/ 14 h 16"/>
                <a:gd name="T4" fmla="*/ 0 w 4"/>
                <a:gd name="T5" fmla="*/ 2 h 16"/>
                <a:gd name="T6" fmla="*/ 2 w 4"/>
                <a:gd name="T7" fmla="*/ 0 h 16"/>
                <a:gd name="T8" fmla="*/ 4 w 4"/>
                <a:gd name="T9" fmla="*/ 2 h 16"/>
                <a:gd name="T10" fmla="*/ 4 w 4"/>
                <a:gd name="T11" fmla="*/ 14 h 16"/>
                <a:gd name="T12" fmla="*/ 2 w 4"/>
                <a:gd name="T1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6">
                  <a:moveTo>
                    <a:pt x="2" y="16"/>
                  </a:moveTo>
                  <a:cubicBezTo>
                    <a:pt x="1" y="16"/>
                    <a:pt x="0" y="15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3" y="16"/>
                    <a:pt x="2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5" name="Freeform 27"/>
            <p:cNvSpPr/>
            <p:nvPr/>
          </p:nvSpPr>
          <p:spPr bwMode="auto">
            <a:xfrm>
              <a:off x="3670300" y="2689226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6" name="Freeform 28"/>
            <p:cNvSpPr/>
            <p:nvPr/>
          </p:nvSpPr>
          <p:spPr bwMode="auto">
            <a:xfrm>
              <a:off x="3692525" y="2625726"/>
              <a:ext cx="15875" cy="55563"/>
            </a:xfrm>
            <a:custGeom>
              <a:avLst/>
              <a:gdLst>
                <a:gd name="T0" fmla="*/ 2 w 4"/>
                <a:gd name="T1" fmla="*/ 15 h 15"/>
                <a:gd name="T2" fmla="*/ 0 w 4"/>
                <a:gd name="T3" fmla="*/ 13 h 15"/>
                <a:gd name="T4" fmla="*/ 0 w 4"/>
                <a:gd name="T5" fmla="*/ 1 h 15"/>
                <a:gd name="T6" fmla="*/ 2 w 4"/>
                <a:gd name="T7" fmla="*/ 0 h 15"/>
                <a:gd name="T8" fmla="*/ 4 w 4"/>
                <a:gd name="T9" fmla="*/ 1 h 15"/>
                <a:gd name="T10" fmla="*/ 4 w 4"/>
                <a:gd name="T11" fmla="*/ 13 h 15"/>
                <a:gd name="T12" fmla="*/ 2 w 4"/>
                <a:gd name="T1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5">
                  <a:moveTo>
                    <a:pt x="2" y="15"/>
                  </a:moveTo>
                  <a:cubicBezTo>
                    <a:pt x="1" y="15"/>
                    <a:pt x="0" y="14"/>
                    <a:pt x="0" y="1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0"/>
                    <a:pt x="4" y="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4"/>
                    <a:pt x="3" y="15"/>
                    <a:pt x="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  <p:sp>
          <p:nvSpPr>
            <p:cNvPr id="47" name="Freeform 29"/>
            <p:cNvSpPr/>
            <p:nvPr/>
          </p:nvSpPr>
          <p:spPr bwMode="auto">
            <a:xfrm>
              <a:off x="3692525" y="2667001"/>
              <a:ext cx="57150" cy="14288"/>
            </a:xfrm>
            <a:custGeom>
              <a:avLst/>
              <a:gdLst>
                <a:gd name="T0" fmla="*/ 14 w 15"/>
                <a:gd name="T1" fmla="*/ 4 h 4"/>
                <a:gd name="T2" fmla="*/ 2 w 15"/>
                <a:gd name="T3" fmla="*/ 4 h 4"/>
                <a:gd name="T4" fmla="*/ 0 w 15"/>
                <a:gd name="T5" fmla="*/ 2 h 4"/>
                <a:gd name="T6" fmla="*/ 2 w 15"/>
                <a:gd name="T7" fmla="*/ 0 h 4"/>
                <a:gd name="T8" fmla="*/ 14 w 15"/>
                <a:gd name="T9" fmla="*/ 0 h 4"/>
                <a:gd name="T10" fmla="*/ 15 w 15"/>
                <a:gd name="T11" fmla="*/ 2 h 4"/>
                <a:gd name="T12" fmla="*/ 14 w 15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5" y="1"/>
                    <a:pt x="15" y="2"/>
                  </a:cubicBezTo>
                  <a:cubicBezTo>
                    <a:pt x="15" y="3"/>
                    <a:pt x="14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Source Han Sans CN" panose="020B0500000000000000" pitchFamily="34" charset="-128"/>
                <a:ea typeface="Source Han Sans CN" panose="020B0500000000000000" pitchFamily="34" charset="-128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2480495" y="4863587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Text Here</a:t>
            </a:r>
            <a:endParaRPr lang="en-US" sz="1600" b="1" dirty="0">
              <a:solidFill>
                <a:schemeClr val="accent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49" name="TextBox 50"/>
          <p:cNvSpPr txBox="1"/>
          <p:nvPr/>
        </p:nvSpPr>
        <p:spPr>
          <a:xfrm>
            <a:off x="4508216" y="4863587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Text Here</a:t>
            </a:r>
            <a:endParaRPr lang="en-US" sz="1600" b="1" dirty="0">
              <a:solidFill>
                <a:schemeClr val="accent2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50" name="TextBox 54"/>
          <p:cNvSpPr txBox="1"/>
          <p:nvPr/>
        </p:nvSpPr>
        <p:spPr>
          <a:xfrm>
            <a:off x="6534965" y="4863587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Text Here</a:t>
            </a:r>
            <a:endParaRPr lang="en-US" sz="1600" b="1" dirty="0">
              <a:solidFill>
                <a:schemeClr val="accent3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51" name="TextBox 55"/>
          <p:cNvSpPr txBox="1"/>
          <p:nvPr/>
        </p:nvSpPr>
        <p:spPr>
          <a:xfrm>
            <a:off x="8563490" y="4863587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Text Here</a:t>
            </a:r>
            <a:endParaRPr lang="en-US" sz="1600" b="1" dirty="0">
              <a:solidFill>
                <a:schemeClr val="accent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53" name="Rectangle 29"/>
          <p:cNvSpPr/>
          <p:nvPr/>
        </p:nvSpPr>
        <p:spPr>
          <a:xfrm>
            <a:off x="2123532" y="5273930"/>
            <a:ext cx="181219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54" name="Rectangle 29"/>
          <p:cNvSpPr/>
          <p:nvPr/>
        </p:nvSpPr>
        <p:spPr>
          <a:xfrm>
            <a:off x="4131402" y="5273930"/>
            <a:ext cx="181219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55" name="Rectangle 29"/>
          <p:cNvSpPr/>
          <p:nvPr/>
        </p:nvSpPr>
        <p:spPr>
          <a:xfrm>
            <a:off x="6183158" y="5273930"/>
            <a:ext cx="181219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56" name="Rectangle 29"/>
          <p:cNvSpPr/>
          <p:nvPr/>
        </p:nvSpPr>
        <p:spPr>
          <a:xfrm>
            <a:off x="8191028" y="5273930"/>
            <a:ext cx="181219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57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58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59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38"/>
          <p:cNvSpPr/>
          <p:nvPr/>
        </p:nvSpPr>
        <p:spPr>
          <a:xfrm>
            <a:off x="1588" y="0"/>
            <a:ext cx="4486184" cy="6858000"/>
          </a:xfrm>
          <a:prstGeom prst="rect">
            <a:avLst/>
          </a:prstGeom>
          <a:solidFill>
            <a:schemeClr val="bg1"/>
          </a:solidFill>
          <a:ln w="127000">
            <a:noFill/>
          </a:ln>
          <a:effectLst>
            <a:outerShdw blurRad="9779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0"/>
          </a:p>
        </p:txBody>
      </p:sp>
      <p:sp>
        <p:nvSpPr>
          <p:cNvPr id="3" name="Freeform 54"/>
          <p:cNvSpPr>
            <a:spLocks noChangeArrowheads="1"/>
          </p:cNvSpPr>
          <p:nvPr/>
        </p:nvSpPr>
        <p:spPr bwMode="auto">
          <a:xfrm>
            <a:off x="6488223" y="2643424"/>
            <a:ext cx="489556" cy="489684"/>
          </a:xfrm>
          <a:custGeom>
            <a:avLst/>
            <a:gdLst>
              <a:gd name="T0" fmla="*/ 354 w 454"/>
              <a:gd name="T1" fmla="*/ 332 h 453"/>
              <a:gd name="T2" fmla="*/ 354 w 454"/>
              <a:gd name="T3" fmla="*/ 332 h 453"/>
              <a:gd name="T4" fmla="*/ 142 w 454"/>
              <a:gd name="T5" fmla="*/ 346 h 453"/>
              <a:gd name="T6" fmla="*/ 50 w 454"/>
              <a:gd name="T7" fmla="*/ 438 h 453"/>
              <a:gd name="T8" fmla="*/ 7 w 454"/>
              <a:gd name="T9" fmla="*/ 438 h 453"/>
              <a:gd name="T10" fmla="*/ 7 w 454"/>
              <a:gd name="T11" fmla="*/ 396 h 453"/>
              <a:gd name="T12" fmla="*/ 106 w 454"/>
              <a:gd name="T13" fmla="*/ 304 h 453"/>
              <a:gd name="T14" fmla="*/ 120 w 454"/>
              <a:gd name="T15" fmla="*/ 92 h 453"/>
              <a:gd name="T16" fmla="*/ 177 w 454"/>
              <a:gd name="T17" fmla="*/ 35 h 453"/>
              <a:gd name="T18" fmla="*/ 212 w 454"/>
              <a:gd name="T19" fmla="*/ 78 h 453"/>
              <a:gd name="T20" fmla="*/ 283 w 454"/>
              <a:gd name="T21" fmla="*/ 7 h 453"/>
              <a:gd name="T22" fmla="*/ 318 w 454"/>
              <a:gd name="T23" fmla="*/ 7 h 453"/>
              <a:gd name="T24" fmla="*/ 318 w 454"/>
              <a:gd name="T25" fmla="*/ 50 h 453"/>
              <a:gd name="T26" fmla="*/ 255 w 454"/>
              <a:gd name="T27" fmla="*/ 113 h 453"/>
              <a:gd name="T28" fmla="*/ 333 w 454"/>
              <a:gd name="T29" fmla="*/ 191 h 453"/>
              <a:gd name="T30" fmla="*/ 396 w 454"/>
              <a:gd name="T31" fmla="*/ 127 h 453"/>
              <a:gd name="T32" fmla="*/ 438 w 454"/>
              <a:gd name="T33" fmla="*/ 127 h 453"/>
              <a:gd name="T34" fmla="*/ 438 w 454"/>
              <a:gd name="T35" fmla="*/ 170 h 453"/>
              <a:gd name="T36" fmla="*/ 375 w 454"/>
              <a:gd name="T37" fmla="*/ 233 h 453"/>
              <a:gd name="T38" fmla="*/ 410 w 454"/>
              <a:gd name="T39" fmla="*/ 276 h 453"/>
              <a:gd name="T40" fmla="*/ 354 w 454"/>
              <a:gd name="T41" fmla="*/ 332 h 4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54" h="453">
                <a:moveTo>
                  <a:pt x="354" y="332"/>
                </a:moveTo>
                <a:lnTo>
                  <a:pt x="354" y="332"/>
                </a:lnTo>
                <a:cubicBezTo>
                  <a:pt x="297" y="389"/>
                  <a:pt x="205" y="396"/>
                  <a:pt x="142" y="346"/>
                </a:cubicBezTo>
                <a:cubicBezTo>
                  <a:pt x="50" y="438"/>
                  <a:pt x="50" y="438"/>
                  <a:pt x="50" y="438"/>
                </a:cubicBezTo>
                <a:cubicBezTo>
                  <a:pt x="36" y="452"/>
                  <a:pt x="22" y="452"/>
                  <a:pt x="7" y="438"/>
                </a:cubicBezTo>
                <a:cubicBezTo>
                  <a:pt x="0" y="431"/>
                  <a:pt x="0" y="410"/>
                  <a:pt x="7" y="396"/>
                </a:cubicBezTo>
                <a:cubicBezTo>
                  <a:pt x="106" y="304"/>
                  <a:pt x="106" y="304"/>
                  <a:pt x="106" y="304"/>
                </a:cubicBezTo>
                <a:cubicBezTo>
                  <a:pt x="57" y="240"/>
                  <a:pt x="57" y="148"/>
                  <a:pt x="120" y="92"/>
                </a:cubicBezTo>
                <a:cubicBezTo>
                  <a:pt x="177" y="35"/>
                  <a:pt x="177" y="35"/>
                  <a:pt x="177" y="35"/>
                </a:cubicBezTo>
                <a:cubicBezTo>
                  <a:pt x="212" y="78"/>
                  <a:pt x="212" y="78"/>
                  <a:pt x="212" y="78"/>
                </a:cubicBezTo>
                <a:cubicBezTo>
                  <a:pt x="283" y="7"/>
                  <a:pt x="283" y="7"/>
                  <a:pt x="283" y="7"/>
                </a:cubicBezTo>
                <a:cubicBezTo>
                  <a:pt x="290" y="0"/>
                  <a:pt x="311" y="0"/>
                  <a:pt x="318" y="7"/>
                </a:cubicBezTo>
                <a:cubicBezTo>
                  <a:pt x="333" y="21"/>
                  <a:pt x="333" y="35"/>
                  <a:pt x="318" y="50"/>
                </a:cubicBezTo>
                <a:cubicBezTo>
                  <a:pt x="255" y="113"/>
                  <a:pt x="255" y="113"/>
                  <a:pt x="255" y="113"/>
                </a:cubicBezTo>
                <a:cubicBezTo>
                  <a:pt x="333" y="191"/>
                  <a:pt x="333" y="191"/>
                  <a:pt x="333" y="191"/>
                </a:cubicBezTo>
                <a:cubicBezTo>
                  <a:pt x="396" y="127"/>
                  <a:pt x="396" y="127"/>
                  <a:pt x="396" y="127"/>
                </a:cubicBezTo>
                <a:cubicBezTo>
                  <a:pt x="410" y="120"/>
                  <a:pt x="431" y="120"/>
                  <a:pt x="438" y="127"/>
                </a:cubicBezTo>
                <a:cubicBezTo>
                  <a:pt x="453" y="141"/>
                  <a:pt x="453" y="155"/>
                  <a:pt x="438" y="170"/>
                </a:cubicBezTo>
                <a:cubicBezTo>
                  <a:pt x="375" y="233"/>
                  <a:pt x="375" y="233"/>
                  <a:pt x="375" y="233"/>
                </a:cubicBezTo>
                <a:cubicBezTo>
                  <a:pt x="410" y="276"/>
                  <a:pt x="410" y="276"/>
                  <a:pt x="410" y="276"/>
                </a:cubicBezTo>
                <a:lnTo>
                  <a:pt x="354" y="33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450">
              <a:latin typeface="+mj-lt"/>
            </a:endParaRPr>
          </a:p>
        </p:txBody>
      </p:sp>
      <p:sp>
        <p:nvSpPr>
          <p:cNvPr id="4" name="Textfeld 406"/>
          <p:cNvSpPr txBox="1"/>
          <p:nvPr/>
        </p:nvSpPr>
        <p:spPr>
          <a:xfrm>
            <a:off x="5699356" y="1880925"/>
            <a:ext cx="1953171" cy="37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1500">
                <a:latin typeface="Source Han Sans CN" panose="020B0500000000000000" pitchFamily="34" charset="-128"/>
                <a:ea typeface="Source Han Sans CN" panose="020B0500000000000000" pitchFamily="34" charset="-128"/>
              </a:rPr>
              <a:t>TITLE</a:t>
            </a:r>
            <a:r>
              <a:rPr lang="de-DE" sz="1500" b="1">
                <a:latin typeface="Source Han Sans CN" panose="020B0500000000000000" pitchFamily="34" charset="-128"/>
                <a:ea typeface="Source Han Sans CN" panose="020B0500000000000000" pitchFamily="34" charset="-128"/>
              </a:rPr>
              <a:t> TWO</a:t>
            </a:r>
            <a:endParaRPr lang="de-DE" sz="1500" b="1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5" name="Freeform 167"/>
          <p:cNvSpPr>
            <a:spLocks noChangeArrowheads="1"/>
          </p:cNvSpPr>
          <p:nvPr/>
        </p:nvSpPr>
        <p:spPr bwMode="auto">
          <a:xfrm>
            <a:off x="9361291" y="2557229"/>
            <a:ext cx="529802" cy="534431"/>
          </a:xfrm>
          <a:custGeom>
            <a:avLst/>
            <a:gdLst>
              <a:gd name="T0" fmla="*/ 177 w 418"/>
              <a:gd name="T1" fmla="*/ 0 h 417"/>
              <a:gd name="T2" fmla="*/ 177 w 418"/>
              <a:gd name="T3" fmla="*/ 0 h 417"/>
              <a:gd name="T4" fmla="*/ 0 w 418"/>
              <a:gd name="T5" fmla="*/ 176 h 417"/>
              <a:gd name="T6" fmla="*/ 177 w 418"/>
              <a:gd name="T7" fmla="*/ 176 h 417"/>
              <a:gd name="T8" fmla="*/ 177 w 418"/>
              <a:gd name="T9" fmla="*/ 0 h 417"/>
              <a:gd name="T10" fmla="*/ 230 w 418"/>
              <a:gd name="T11" fmla="*/ 0 h 417"/>
              <a:gd name="T12" fmla="*/ 230 w 418"/>
              <a:gd name="T13" fmla="*/ 0 h 417"/>
              <a:gd name="T14" fmla="*/ 230 w 418"/>
              <a:gd name="T15" fmla="*/ 203 h 417"/>
              <a:gd name="T16" fmla="*/ 204 w 418"/>
              <a:gd name="T17" fmla="*/ 229 h 417"/>
              <a:gd name="T18" fmla="*/ 0 w 418"/>
              <a:gd name="T19" fmla="*/ 229 h 417"/>
              <a:gd name="T20" fmla="*/ 204 w 418"/>
              <a:gd name="T21" fmla="*/ 416 h 417"/>
              <a:gd name="T22" fmla="*/ 417 w 418"/>
              <a:gd name="T23" fmla="*/ 203 h 417"/>
              <a:gd name="T24" fmla="*/ 230 w 418"/>
              <a:gd name="T25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18" h="417">
                <a:moveTo>
                  <a:pt x="177" y="0"/>
                </a:moveTo>
                <a:lnTo>
                  <a:pt x="177" y="0"/>
                </a:lnTo>
                <a:cubicBezTo>
                  <a:pt x="80" y="9"/>
                  <a:pt x="9" y="88"/>
                  <a:pt x="0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177" y="0"/>
                </a:lnTo>
                <a:close/>
                <a:moveTo>
                  <a:pt x="230" y="0"/>
                </a:moveTo>
                <a:lnTo>
                  <a:pt x="230" y="0"/>
                </a:lnTo>
                <a:cubicBezTo>
                  <a:pt x="230" y="203"/>
                  <a:pt x="230" y="203"/>
                  <a:pt x="230" y="203"/>
                </a:cubicBezTo>
                <a:cubicBezTo>
                  <a:pt x="230" y="221"/>
                  <a:pt x="222" y="229"/>
                  <a:pt x="204" y="229"/>
                </a:cubicBezTo>
                <a:cubicBezTo>
                  <a:pt x="0" y="229"/>
                  <a:pt x="0" y="229"/>
                  <a:pt x="0" y="229"/>
                </a:cubicBezTo>
                <a:cubicBezTo>
                  <a:pt x="9" y="336"/>
                  <a:pt x="98" y="416"/>
                  <a:pt x="204" y="416"/>
                </a:cubicBezTo>
                <a:cubicBezTo>
                  <a:pt x="319" y="416"/>
                  <a:pt x="417" y="319"/>
                  <a:pt x="417" y="203"/>
                </a:cubicBezTo>
                <a:cubicBezTo>
                  <a:pt x="417" y="97"/>
                  <a:pt x="337" y="9"/>
                  <a:pt x="2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45712" tIns="22856" rIns="45712" bIns="22856" anchor="ctr"/>
          <a:lstStyle/>
          <a:p>
            <a:pPr>
              <a:defRPr/>
            </a:pPr>
            <a:endParaRPr lang="en-US" sz="450" dirty="0">
              <a:latin typeface="+mj-lt"/>
            </a:endParaRPr>
          </a:p>
        </p:txBody>
      </p:sp>
      <p:sp>
        <p:nvSpPr>
          <p:cNvPr id="6" name="Textfeld 418"/>
          <p:cNvSpPr txBox="1"/>
          <p:nvPr/>
        </p:nvSpPr>
        <p:spPr>
          <a:xfrm>
            <a:off x="8665132" y="1882129"/>
            <a:ext cx="1953171" cy="37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1500">
                <a:latin typeface="Source Han Sans CN" panose="020B0500000000000000" pitchFamily="34" charset="-128"/>
                <a:ea typeface="Source Han Sans CN" panose="020B0500000000000000" pitchFamily="34" charset="-128"/>
              </a:rPr>
              <a:t>TITLE</a:t>
            </a:r>
            <a:r>
              <a:rPr lang="de-DE" sz="1500" b="1">
                <a:latin typeface="Source Han Sans CN" panose="020B0500000000000000" pitchFamily="34" charset="-128"/>
                <a:ea typeface="Source Han Sans CN" panose="020B0500000000000000" pitchFamily="34" charset="-128"/>
              </a:rPr>
              <a:t> THREE</a:t>
            </a:r>
            <a:endParaRPr lang="de-DE" sz="1500" b="1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7" name="Rectangle 29"/>
          <p:cNvSpPr/>
          <p:nvPr/>
        </p:nvSpPr>
        <p:spPr>
          <a:xfrm>
            <a:off x="5699356" y="3852880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8" name="Rectangle 30"/>
          <p:cNvSpPr/>
          <p:nvPr/>
        </p:nvSpPr>
        <p:spPr>
          <a:xfrm>
            <a:off x="6157826" y="351569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9" name="Rectangle 29"/>
          <p:cNvSpPr/>
          <p:nvPr/>
        </p:nvSpPr>
        <p:spPr>
          <a:xfrm>
            <a:off x="8608815" y="3852880"/>
            <a:ext cx="2009488" cy="1116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0" name="Rectangle 30"/>
          <p:cNvSpPr/>
          <p:nvPr/>
        </p:nvSpPr>
        <p:spPr>
          <a:xfrm>
            <a:off x="9067285" y="3515695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11" name="Cross 10"/>
          <p:cNvSpPr/>
          <p:nvPr/>
        </p:nvSpPr>
        <p:spPr>
          <a:xfrm>
            <a:off x="3673263" y="2827721"/>
            <a:ext cx="352566" cy="352566"/>
          </a:xfrm>
          <a:prstGeom prst="plus">
            <a:avLst>
              <a:gd name="adj" fmla="val 451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TextBox 7"/>
          <p:cNvSpPr txBox="1"/>
          <p:nvPr/>
        </p:nvSpPr>
        <p:spPr>
          <a:xfrm>
            <a:off x="665892" y="3133108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Google Shape;86;p19"/>
          <p:cNvSpPr txBox="1"/>
          <p:nvPr/>
        </p:nvSpPr>
        <p:spPr>
          <a:xfrm>
            <a:off x="665892" y="2732220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15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6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18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4"/>
          <p:cNvSpPr/>
          <p:nvPr/>
        </p:nvSpPr>
        <p:spPr>
          <a:xfrm flipV="1">
            <a:off x="0" y="0"/>
            <a:ext cx="7778187" cy="6858000"/>
          </a:xfrm>
          <a:custGeom>
            <a:avLst/>
            <a:gdLst>
              <a:gd name="connsiteX0" fmla="*/ 0 w 7778187"/>
              <a:gd name="connsiteY0" fmla="*/ 6858000 h 6858000"/>
              <a:gd name="connsiteX1" fmla="*/ 4099076 w 7778187"/>
              <a:gd name="connsiteY1" fmla="*/ 6858000 h 6858000"/>
              <a:gd name="connsiteX2" fmla="*/ 7778187 w 7778187"/>
              <a:gd name="connsiteY2" fmla="*/ 0 h 6858000"/>
              <a:gd name="connsiteX3" fmla="*/ 2394321 w 7778187"/>
              <a:gd name="connsiteY3" fmla="*/ 0 h 6858000"/>
              <a:gd name="connsiteX4" fmla="*/ 0 w 7778187"/>
              <a:gd name="connsiteY4" fmla="*/ 44631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8187" h="6858000">
                <a:moveTo>
                  <a:pt x="0" y="6858000"/>
                </a:moveTo>
                <a:lnTo>
                  <a:pt x="4099076" y="6858000"/>
                </a:lnTo>
                <a:lnTo>
                  <a:pt x="7778187" y="0"/>
                </a:lnTo>
                <a:lnTo>
                  <a:pt x="2394321" y="0"/>
                </a:lnTo>
                <a:lnTo>
                  <a:pt x="0" y="44631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42"/>
          <p:cNvSpPr/>
          <p:nvPr/>
        </p:nvSpPr>
        <p:spPr>
          <a:xfrm>
            <a:off x="8432962" y="3468916"/>
            <a:ext cx="662321" cy="6623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  <a:effectLst>
            <a:outerShdw blurRad="1778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Freeform 177"/>
          <p:cNvSpPr>
            <a:spLocks noEditPoints="1"/>
          </p:cNvSpPr>
          <p:nvPr/>
        </p:nvSpPr>
        <p:spPr bwMode="auto">
          <a:xfrm>
            <a:off x="8580001" y="3618599"/>
            <a:ext cx="368243" cy="362953"/>
          </a:xfrm>
          <a:custGeom>
            <a:avLst/>
            <a:gdLst>
              <a:gd name="T0" fmla="*/ 127 w 147"/>
              <a:gd name="T1" fmla="*/ 38 h 145"/>
              <a:gd name="T2" fmla="*/ 106 w 147"/>
              <a:gd name="T3" fmla="*/ 14 h 145"/>
              <a:gd name="T4" fmla="*/ 59 w 147"/>
              <a:gd name="T5" fmla="*/ 3 h 145"/>
              <a:gd name="T6" fmla="*/ 23 w 147"/>
              <a:gd name="T7" fmla="*/ 38 h 145"/>
              <a:gd name="T8" fmla="*/ 0 w 147"/>
              <a:gd name="T9" fmla="*/ 45 h 145"/>
              <a:gd name="T10" fmla="*/ 6 w 147"/>
              <a:gd name="T11" fmla="*/ 65 h 145"/>
              <a:gd name="T12" fmla="*/ 13 w 147"/>
              <a:gd name="T13" fmla="*/ 138 h 145"/>
              <a:gd name="T14" fmla="*/ 127 w 147"/>
              <a:gd name="T15" fmla="*/ 145 h 145"/>
              <a:gd name="T16" fmla="*/ 133 w 147"/>
              <a:gd name="T17" fmla="*/ 65 h 145"/>
              <a:gd name="T18" fmla="*/ 147 w 147"/>
              <a:gd name="T19" fmla="*/ 58 h 145"/>
              <a:gd name="T20" fmla="*/ 140 w 147"/>
              <a:gd name="T21" fmla="*/ 38 h 145"/>
              <a:gd name="T22" fmla="*/ 116 w 147"/>
              <a:gd name="T23" fmla="*/ 25 h 145"/>
              <a:gd name="T24" fmla="*/ 119 w 147"/>
              <a:gd name="T25" fmla="*/ 38 h 145"/>
              <a:gd name="T26" fmla="*/ 112 w 147"/>
              <a:gd name="T27" fmla="*/ 33 h 145"/>
              <a:gd name="T28" fmla="*/ 103 w 147"/>
              <a:gd name="T29" fmla="*/ 28 h 145"/>
              <a:gd name="T30" fmla="*/ 96 w 147"/>
              <a:gd name="T31" fmla="*/ 25 h 145"/>
              <a:gd name="T32" fmla="*/ 108 w 147"/>
              <a:gd name="T33" fmla="*/ 20 h 145"/>
              <a:gd name="T34" fmla="*/ 62 w 147"/>
              <a:gd name="T35" fmla="*/ 38 h 145"/>
              <a:gd name="T36" fmla="*/ 106 w 147"/>
              <a:gd name="T37" fmla="*/ 38 h 145"/>
              <a:gd name="T38" fmla="*/ 55 w 147"/>
              <a:gd name="T39" fmla="*/ 9 h 145"/>
              <a:gd name="T40" fmla="*/ 54 w 147"/>
              <a:gd name="T41" fmla="*/ 38 h 145"/>
              <a:gd name="T42" fmla="*/ 39 w 147"/>
              <a:gd name="T43" fmla="*/ 38 h 145"/>
              <a:gd name="T44" fmla="*/ 31 w 147"/>
              <a:gd name="T45" fmla="*/ 38 h 145"/>
              <a:gd name="T46" fmla="*/ 127 w 147"/>
              <a:gd name="T47" fmla="*/ 138 h 145"/>
              <a:gd name="T48" fmla="*/ 20 w 147"/>
              <a:gd name="T49" fmla="*/ 65 h 145"/>
              <a:gd name="T50" fmla="*/ 127 w 147"/>
              <a:gd name="T51" fmla="*/ 138 h 145"/>
              <a:gd name="T52" fmla="*/ 6 w 147"/>
              <a:gd name="T53" fmla="*/ 58 h 145"/>
              <a:gd name="T54" fmla="*/ 140 w 147"/>
              <a:gd name="T55" fmla="*/ 45 h 145"/>
              <a:gd name="T56" fmla="*/ 58 w 147"/>
              <a:gd name="T57" fmla="*/ 18 h 145"/>
              <a:gd name="T58" fmla="*/ 49 w 147"/>
              <a:gd name="T59" fmla="*/ 21 h 145"/>
              <a:gd name="T60" fmla="*/ 58 w 147"/>
              <a:gd name="T61" fmla="*/ 18 h 145"/>
              <a:gd name="T62" fmla="*/ 45 w 147"/>
              <a:gd name="T63" fmla="*/ 26 h 145"/>
              <a:gd name="T64" fmla="*/ 48 w 147"/>
              <a:gd name="T65" fmla="*/ 35 h 145"/>
              <a:gd name="T66" fmla="*/ 53 w 147"/>
              <a:gd name="T67" fmla="*/ 98 h 145"/>
              <a:gd name="T68" fmla="*/ 100 w 147"/>
              <a:gd name="T69" fmla="*/ 92 h 145"/>
              <a:gd name="T70" fmla="*/ 93 w 147"/>
              <a:gd name="T71" fmla="*/ 78 h 145"/>
              <a:gd name="T72" fmla="*/ 47 w 147"/>
              <a:gd name="T73" fmla="*/ 85 h 145"/>
              <a:gd name="T74" fmla="*/ 53 w 147"/>
              <a:gd name="T75" fmla="*/ 98 h 145"/>
              <a:gd name="T76" fmla="*/ 93 w 147"/>
              <a:gd name="T77" fmla="*/ 85 h 145"/>
              <a:gd name="T78" fmla="*/ 53 w 147"/>
              <a:gd name="T79" fmla="*/ 9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47" h="145">
                <a:moveTo>
                  <a:pt x="140" y="38"/>
                </a:moveTo>
                <a:cubicBezTo>
                  <a:pt x="127" y="38"/>
                  <a:pt x="127" y="38"/>
                  <a:pt x="127" y="38"/>
                </a:cubicBezTo>
                <a:cubicBezTo>
                  <a:pt x="123" y="23"/>
                  <a:pt x="123" y="23"/>
                  <a:pt x="123" y="23"/>
                </a:cubicBezTo>
                <a:cubicBezTo>
                  <a:pt x="121" y="16"/>
                  <a:pt x="114" y="12"/>
                  <a:pt x="106" y="14"/>
                </a:cubicBezTo>
                <a:cubicBezTo>
                  <a:pt x="86" y="19"/>
                  <a:pt x="86" y="19"/>
                  <a:pt x="86" y="19"/>
                </a:cubicBezTo>
                <a:cubicBezTo>
                  <a:pt x="59" y="3"/>
                  <a:pt x="59" y="3"/>
                  <a:pt x="59" y="3"/>
                </a:cubicBezTo>
                <a:cubicBezTo>
                  <a:pt x="52" y="0"/>
                  <a:pt x="44" y="2"/>
                  <a:pt x="40" y="8"/>
                </a:cubicBezTo>
                <a:cubicBezTo>
                  <a:pt x="23" y="38"/>
                  <a:pt x="23" y="38"/>
                  <a:pt x="23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5"/>
                  <a:pt x="6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3" y="138"/>
                  <a:pt x="13" y="138"/>
                  <a:pt x="13" y="138"/>
                </a:cubicBezTo>
                <a:cubicBezTo>
                  <a:pt x="13" y="142"/>
                  <a:pt x="16" y="145"/>
                  <a:pt x="20" y="145"/>
                </a:cubicBezTo>
                <a:cubicBezTo>
                  <a:pt x="127" y="145"/>
                  <a:pt x="127" y="145"/>
                  <a:pt x="127" y="145"/>
                </a:cubicBezTo>
                <a:cubicBezTo>
                  <a:pt x="130" y="145"/>
                  <a:pt x="133" y="142"/>
                  <a:pt x="133" y="13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44" y="65"/>
                  <a:pt x="147" y="62"/>
                  <a:pt x="147" y="58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1"/>
                  <a:pt x="144" y="38"/>
                  <a:pt x="140" y="38"/>
                </a:cubicBezTo>
                <a:close/>
                <a:moveTo>
                  <a:pt x="108" y="20"/>
                </a:moveTo>
                <a:cubicBezTo>
                  <a:pt x="112" y="19"/>
                  <a:pt x="115" y="21"/>
                  <a:pt x="116" y="25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3"/>
                  <a:pt x="95" y="23"/>
                  <a:pt x="95" y="23"/>
                </a:cubicBezTo>
                <a:lnTo>
                  <a:pt x="108" y="20"/>
                </a:lnTo>
                <a:close/>
                <a:moveTo>
                  <a:pt x="106" y="38"/>
                </a:moveTo>
                <a:cubicBezTo>
                  <a:pt x="62" y="38"/>
                  <a:pt x="62" y="38"/>
                  <a:pt x="62" y="38"/>
                </a:cubicBezTo>
                <a:cubicBezTo>
                  <a:pt x="73" y="19"/>
                  <a:pt x="73" y="19"/>
                  <a:pt x="73" y="19"/>
                </a:cubicBezTo>
                <a:lnTo>
                  <a:pt x="106" y="38"/>
                </a:lnTo>
                <a:close/>
                <a:moveTo>
                  <a:pt x="46" y="11"/>
                </a:moveTo>
                <a:cubicBezTo>
                  <a:pt x="48" y="8"/>
                  <a:pt x="52" y="7"/>
                  <a:pt x="55" y="9"/>
                </a:cubicBezTo>
                <a:cubicBezTo>
                  <a:pt x="67" y="16"/>
                  <a:pt x="67" y="16"/>
                  <a:pt x="67" y="16"/>
                </a:cubicBezTo>
                <a:cubicBezTo>
                  <a:pt x="54" y="38"/>
                  <a:pt x="54" y="38"/>
                  <a:pt x="54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1" y="38"/>
                  <a:pt x="31" y="38"/>
                  <a:pt x="31" y="38"/>
                </a:cubicBezTo>
                <a:lnTo>
                  <a:pt x="46" y="11"/>
                </a:lnTo>
                <a:close/>
                <a:moveTo>
                  <a:pt x="127" y="138"/>
                </a:moveTo>
                <a:cubicBezTo>
                  <a:pt x="20" y="138"/>
                  <a:pt x="20" y="138"/>
                  <a:pt x="20" y="138"/>
                </a:cubicBezTo>
                <a:cubicBezTo>
                  <a:pt x="20" y="65"/>
                  <a:pt x="20" y="65"/>
                  <a:pt x="20" y="65"/>
                </a:cubicBezTo>
                <a:cubicBezTo>
                  <a:pt x="127" y="65"/>
                  <a:pt x="127" y="65"/>
                  <a:pt x="127" y="65"/>
                </a:cubicBezTo>
                <a:lnTo>
                  <a:pt x="127" y="138"/>
                </a:lnTo>
                <a:close/>
                <a:moveTo>
                  <a:pt x="140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45"/>
                  <a:pt x="6" y="45"/>
                  <a:pt x="6" y="45"/>
                </a:cubicBezTo>
                <a:cubicBezTo>
                  <a:pt x="140" y="45"/>
                  <a:pt x="140" y="45"/>
                  <a:pt x="140" y="45"/>
                </a:cubicBezTo>
                <a:lnTo>
                  <a:pt x="140" y="58"/>
                </a:lnTo>
                <a:close/>
                <a:moveTo>
                  <a:pt x="58" y="18"/>
                </a:moveTo>
                <a:cubicBezTo>
                  <a:pt x="52" y="15"/>
                  <a:pt x="52" y="15"/>
                  <a:pt x="52" y="15"/>
                </a:cubicBezTo>
                <a:cubicBezTo>
                  <a:pt x="49" y="21"/>
                  <a:pt x="49" y="21"/>
                  <a:pt x="49" y="21"/>
                </a:cubicBezTo>
                <a:cubicBezTo>
                  <a:pt x="54" y="24"/>
                  <a:pt x="54" y="24"/>
                  <a:pt x="54" y="24"/>
                </a:cubicBezTo>
                <a:lnTo>
                  <a:pt x="58" y="18"/>
                </a:lnTo>
                <a:close/>
                <a:moveTo>
                  <a:pt x="51" y="30"/>
                </a:moveTo>
                <a:cubicBezTo>
                  <a:pt x="45" y="26"/>
                  <a:pt x="45" y="26"/>
                  <a:pt x="45" y="26"/>
                </a:cubicBezTo>
                <a:cubicBezTo>
                  <a:pt x="42" y="32"/>
                  <a:pt x="42" y="32"/>
                  <a:pt x="42" y="32"/>
                </a:cubicBezTo>
                <a:cubicBezTo>
                  <a:pt x="48" y="35"/>
                  <a:pt x="48" y="35"/>
                  <a:pt x="48" y="35"/>
                </a:cubicBezTo>
                <a:lnTo>
                  <a:pt x="51" y="30"/>
                </a:lnTo>
                <a:close/>
                <a:moveTo>
                  <a:pt x="53" y="98"/>
                </a:moveTo>
                <a:cubicBezTo>
                  <a:pt x="93" y="98"/>
                  <a:pt x="93" y="98"/>
                  <a:pt x="93" y="98"/>
                </a:cubicBezTo>
                <a:cubicBezTo>
                  <a:pt x="97" y="98"/>
                  <a:pt x="100" y="95"/>
                  <a:pt x="100" y="92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100" y="81"/>
                  <a:pt x="97" y="78"/>
                  <a:pt x="9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0" y="78"/>
                  <a:pt x="47" y="81"/>
                  <a:pt x="47" y="85"/>
                </a:cubicBezTo>
                <a:cubicBezTo>
                  <a:pt x="47" y="92"/>
                  <a:pt x="47" y="92"/>
                  <a:pt x="47" y="92"/>
                </a:cubicBezTo>
                <a:cubicBezTo>
                  <a:pt x="47" y="95"/>
                  <a:pt x="50" y="98"/>
                  <a:pt x="53" y="98"/>
                </a:cubicBezTo>
                <a:close/>
                <a:moveTo>
                  <a:pt x="53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93" y="92"/>
                  <a:pt x="93" y="92"/>
                  <a:pt x="93" y="92"/>
                </a:cubicBezTo>
                <a:cubicBezTo>
                  <a:pt x="53" y="92"/>
                  <a:pt x="53" y="92"/>
                  <a:pt x="53" y="92"/>
                </a:cubicBezTo>
                <a:lnTo>
                  <a:pt x="53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en-US" sz="1200" dirty="0"/>
          </a:p>
        </p:txBody>
      </p:sp>
      <p:sp>
        <p:nvSpPr>
          <p:cNvPr id="23" name="Rounded Rectangle 142"/>
          <p:cNvSpPr/>
          <p:nvPr/>
        </p:nvSpPr>
        <p:spPr>
          <a:xfrm>
            <a:off x="10326891" y="3447876"/>
            <a:ext cx="662321" cy="66232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noFill/>
          </a:ln>
          <a:effectLst>
            <a:outerShdw blurRad="177800" sx="102000" sy="102000" algn="c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Freeform 177"/>
          <p:cNvSpPr>
            <a:spLocks noEditPoints="1"/>
          </p:cNvSpPr>
          <p:nvPr/>
        </p:nvSpPr>
        <p:spPr bwMode="auto">
          <a:xfrm>
            <a:off x="10473930" y="3597559"/>
            <a:ext cx="368243" cy="362954"/>
          </a:xfrm>
          <a:custGeom>
            <a:avLst/>
            <a:gdLst>
              <a:gd name="T0" fmla="*/ 127 w 147"/>
              <a:gd name="T1" fmla="*/ 38 h 145"/>
              <a:gd name="T2" fmla="*/ 106 w 147"/>
              <a:gd name="T3" fmla="*/ 14 h 145"/>
              <a:gd name="T4" fmla="*/ 59 w 147"/>
              <a:gd name="T5" fmla="*/ 3 h 145"/>
              <a:gd name="T6" fmla="*/ 23 w 147"/>
              <a:gd name="T7" fmla="*/ 38 h 145"/>
              <a:gd name="T8" fmla="*/ 0 w 147"/>
              <a:gd name="T9" fmla="*/ 45 h 145"/>
              <a:gd name="T10" fmla="*/ 6 w 147"/>
              <a:gd name="T11" fmla="*/ 65 h 145"/>
              <a:gd name="T12" fmla="*/ 13 w 147"/>
              <a:gd name="T13" fmla="*/ 138 h 145"/>
              <a:gd name="T14" fmla="*/ 127 w 147"/>
              <a:gd name="T15" fmla="*/ 145 h 145"/>
              <a:gd name="T16" fmla="*/ 133 w 147"/>
              <a:gd name="T17" fmla="*/ 65 h 145"/>
              <a:gd name="T18" fmla="*/ 147 w 147"/>
              <a:gd name="T19" fmla="*/ 58 h 145"/>
              <a:gd name="T20" fmla="*/ 140 w 147"/>
              <a:gd name="T21" fmla="*/ 38 h 145"/>
              <a:gd name="T22" fmla="*/ 116 w 147"/>
              <a:gd name="T23" fmla="*/ 25 h 145"/>
              <a:gd name="T24" fmla="*/ 119 w 147"/>
              <a:gd name="T25" fmla="*/ 38 h 145"/>
              <a:gd name="T26" fmla="*/ 112 w 147"/>
              <a:gd name="T27" fmla="*/ 33 h 145"/>
              <a:gd name="T28" fmla="*/ 103 w 147"/>
              <a:gd name="T29" fmla="*/ 28 h 145"/>
              <a:gd name="T30" fmla="*/ 96 w 147"/>
              <a:gd name="T31" fmla="*/ 25 h 145"/>
              <a:gd name="T32" fmla="*/ 108 w 147"/>
              <a:gd name="T33" fmla="*/ 20 h 145"/>
              <a:gd name="T34" fmla="*/ 62 w 147"/>
              <a:gd name="T35" fmla="*/ 38 h 145"/>
              <a:gd name="T36" fmla="*/ 106 w 147"/>
              <a:gd name="T37" fmla="*/ 38 h 145"/>
              <a:gd name="T38" fmla="*/ 55 w 147"/>
              <a:gd name="T39" fmla="*/ 9 h 145"/>
              <a:gd name="T40" fmla="*/ 54 w 147"/>
              <a:gd name="T41" fmla="*/ 38 h 145"/>
              <a:gd name="T42" fmla="*/ 39 w 147"/>
              <a:gd name="T43" fmla="*/ 38 h 145"/>
              <a:gd name="T44" fmla="*/ 31 w 147"/>
              <a:gd name="T45" fmla="*/ 38 h 145"/>
              <a:gd name="T46" fmla="*/ 127 w 147"/>
              <a:gd name="T47" fmla="*/ 138 h 145"/>
              <a:gd name="T48" fmla="*/ 20 w 147"/>
              <a:gd name="T49" fmla="*/ 65 h 145"/>
              <a:gd name="T50" fmla="*/ 127 w 147"/>
              <a:gd name="T51" fmla="*/ 138 h 145"/>
              <a:gd name="T52" fmla="*/ 6 w 147"/>
              <a:gd name="T53" fmla="*/ 58 h 145"/>
              <a:gd name="T54" fmla="*/ 140 w 147"/>
              <a:gd name="T55" fmla="*/ 45 h 145"/>
              <a:gd name="T56" fmla="*/ 58 w 147"/>
              <a:gd name="T57" fmla="*/ 18 h 145"/>
              <a:gd name="T58" fmla="*/ 49 w 147"/>
              <a:gd name="T59" fmla="*/ 21 h 145"/>
              <a:gd name="T60" fmla="*/ 58 w 147"/>
              <a:gd name="T61" fmla="*/ 18 h 145"/>
              <a:gd name="T62" fmla="*/ 45 w 147"/>
              <a:gd name="T63" fmla="*/ 26 h 145"/>
              <a:gd name="T64" fmla="*/ 48 w 147"/>
              <a:gd name="T65" fmla="*/ 35 h 145"/>
              <a:gd name="T66" fmla="*/ 53 w 147"/>
              <a:gd name="T67" fmla="*/ 98 h 145"/>
              <a:gd name="T68" fmla="*/ 100 w 147"/>
              <a:gd name="T69" fmla="*/ 92 h 145"/>
              <a:gd name="T70" fmla="*/ 93 w 147"/>
              <a:gd name="T71" fmla="*/ 78 h 145"/>
              <a:gd name="T72" fmla="*/ 47 w 147"/>
              <a:gd name="T73" fmla="*/ 85 h 145"/>
              <a:gd name="T74" fmla="*/ 53 w 147"/>
              <a:gd name="T75" fmla="*/ 98 h 145"/>
              <a:gd name="T76" fmla="*/ 93 w 147"/>
              <a:gd name="T77" fmla="*/ 85 h 145"/>
              <a:gd name="T78" fmla="*/ 53 w 147"/>
              <a:gd name="T79" fmla="*/ 92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47" h="145">
                <a:moveTo>
                  <a:pt x="140" y="38"/>
                </a:moveTo>
                <a:cubicBezTo>
                  <a:pt x="127" y="38"/>
                  <a:pt x="127" y="38"/>
                  <a:pt x="127" y="38"/>
                </a:cubicBezTo>
                <a:cubicBezTo>
                  <a:pt x="123" y="23"/>
                  <a:pt x="123" y="23"/>
                  <a:pt x="123" y="23"/>
                </a:cubicBezTo>
                <a:cubicBezTo>
                  <a:pt x="121" y="16"/>
                  <a:pt x="114" y="12"/>
                  <a:pt x="106" y="14"/>
                </a:cubicBezTo>
                <a:cubicBezTo>
                  <a:pt x="86" y="19"/>
                  <a:pt x="86" y="19"/>
                  <a:pt x="86" y="19"/>
                </a:cubicBezTo>
                <a:cubicBezTo>
                  <a:pt x="59" y="3"/>
                  <a:pt x="59" y="3"/>
                  <a:pt x="59" y="3"/>
                </a:cubicBezTo>
                <a:cubicBezTo>
                  <a:pt x="52" y="0"/>
                  <a:pt x="44" y="2"/>
                  <a:pt x="40" y="8"/>
                </a:cubicBezTo>
                <a:cubicBezTo>
                  <a:pt x="23" y="38"/>
                  <a:pt x="23" y="38"/>
                  <a:pt x="23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3" y="38"/>
                  <a:pt x="0" y="41"/>
                  <a:pt x="0" y="4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3" y="65"/>
                  <a:pt x="6" y="65"/>
                </a:cubicBezTo>
                <a:cubicBezTo>
                  <a:pt x="13" y="65"/>
                  <a:pt x="13" y="65"/>
                  <a:pt x="13" y="65"/>
                </a:cubicBezTo>
                <a:cubicBezTo>
                  <a:pt x="13" y="138"/>
                  <a:pt x="13" y="138"/>
                  <a:pt x="13" y="138"/>
                </a:cubicBezTo>
                <a:cubicBezTo>
                  <a:pt x="13" y="142"/>
                  <a:pt x="16" y="145"/>
                  <a:pt x="20" y="145"/>
                </a:cubicBezTo>
                <a:cubicBezTo>
                  <a:pt x="127" y="145"/>
                  <a:pt x="127" y="145"/>
                  <a:pt x="127" y="145"/>
                </a:cubicBezTo>
                <a:cubicBezTo>
                  <a:pt x="130" y="145"/>
                  <a:pt x="133" y="142"/>
                  <a:pt x="133" y="138"/>
                </a:cubicBezTo>
                <a:cubicBezTo>
                  <a:pt x="133" y="65"/>
                  <a:pt x="133" y="65"/>
                  <a:pt x="133" y="65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44" y="65"/>
                  <a:pt x="147" y="62"/>
                  <a:pt x="147" y="58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1"/>
                  <a:pt x="144" y="38"/>
                  <a:pt x="140" y="38"/>
                </a:cubicBezTo>
                <a:close/>
                <a:moveTo>
                  <a:pt x="108" y="20"/>
                </a:moveTo>
                <a:cubicBezTo>
                  <a:pt x="112" y="19"/>
                  <a:pt x="115" y="21"/>
                  <a:pt x="116" y="25"/>
                </a:cubicBezTo>
                <a:cubicBezTo>
                  <a:pt x="120" y="38"/>
                  <a:pt x="120" y="38"/>
                  <a:pt x="120" y="38"/>
                </a:cubicBezTo>
                <a:cubicBezTo>
                  <a:pt x="119" y="38"/>
                  <a:pt x="119" y="38"/>
                  <a:pt x="119" y="38"/>
                </a:cubicBezTo>
                <a:cubicBezTo>
                  <a:pt x="111" y="33"/>
                  <a:pt x="111" y="33"/>
                  <a:pt x="111" y="33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0" y="26"/>
                  <a:pt x="110" y="26"/>
                  <a:pt x="110" y="26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3"/>
                  <a:pt x="95" y="23"/>
                  <a:pt x="95" y="23"/>
                </a:cubicBezTo>
                <a:lnTo>
                  <a:pt x="108" y="20"/>
                </a:lnTo>
                <a:close/>
                <a:moveTo>
                  <a:pt x="106" y="38"/>
                </a:moveTo>
                <a:cubicBezTo>
                  <a:pt x="62" y="38"/>
                  <a:pt x="62" y="38"/>
                  <a:pt x="62" y="38"/>
                </a:cubicBezTo>
                <a:cubicBezTo>
                  <a:pt x="73" y="19"/>
                  <a:pt x="73" y="19"/>
                  <a:pt x="73" y="19"/>
                </a:cubicBezTo>
                <a:lnTo>
                  <a:pt x="106" y="38"/>
                </a:lnTo>
                <a:close/>
                <a:moveTo>
                  <a:pt x="46" y="11"/>
                </a:moveTo>
                <a:cubicBezTo>
                  <a:pt x="48" y="8"/>
                  <a:pt x="52" y="7"/>
                  <a:pt x="55" y="9"/>
                </a:cubicBezTo>
                <a:cubicBezTo>
                  <a:pt x="67" y="16"/>
                  <a:pt x="67" y="16"/>
                  <a:pt x="67" y="16"/>
                </a:cubicBezTo>
                <a:cubicBezTo>
                  <a:pt x="54" y="38"/>
                  <a:pt x="54" y="38"/>
                  <a:pt x="54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9" y="38"/>
                  <a:pt x="39" y="38"/>
                  <a:pt x="39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1" y="38"/>
                  <a:pt x="31" y="38"/>
                  <a:pt x="31" y="38"/>
                </a:cubicBezTo>
                <a:lnTo>
                  <a:pt x="46" y="11"/>
                </a:lnTo>
                <a:close/>
                <a:moveTo>
                  <a:pt x="127" y="138"/>
                </a:moveTo>
                <a:cubicBezTo>
                  <a:pt x="20" y="138"/>
                  <a:pt x="20" y="138"/>
                  <a:pt x="20" y="138"/>
                </a:cubicBezTo>
                <a:cubicBezTo>
                  <a:pt x="20" y="65"/>
                  <a:pt x="20" y="65"/>
                  <a:pt x="20" y="65"/>
                </a:cubicBezTo>
                <a:cubicBezTo>
                  <a:pt x="127" y="65"/>
                  <a:pt x="127" y="65"/>
                  <a:pt x="127" y="65"/>
                </a:cubicBezTo>
                <a:lnTo>
                  <a:pt x="127" y="138"/>
                </a:lnTo>
                <a:close/>
                <a:moveTo>
                  <a:pt x="140" y="58"/>
                </a:moveTo>
                <a:cubicBezTo>
                  <a:pt x="6" y="58"/>
                  <a:pt x="6" y="58"/>
                  <a:pt x="6" y="58"/>
                </a:cubicBezTo>
                <a:cubicBezTo>
                  <a:pt x="6" y="45"/>
                  <a:pt x="6" y="45"/>
                  <a:pt x="6" y="45"/>
                </a:cubicBezTo>
                <a:cubicBezTo>
                  <a:pt x="140" y="45"/>
                  <a:pt x="140" y="45"/>
                  <a:pt x="140" y="45"/>
                </a:cubicBezTo>
                <a:lnTo>
                  <a:pt x="140" y="58"/>
                </a:lnTo>
                <a:close/>
                <a:moveTo>
                  <a:pt x="58" y="18"/>
                </a:moveTo>
                <a:cubicBezTo>
                  <a:pt x="52" y="15"/>
                  <a:pt x="52" y="15"/>
                  <a:pt x="52" y="15"/>
                </a:cubicBezTo>
                <a:cubicBezTo>
                  <a:pt x="49" y="21"/>
                  <a:pt x="49" y="21"/>
                  <a:pt x="49" y="21"/>
                </a:cubicBezTo>
                <a:cubicBezTo>
                  <a:pt x="54" y="24"/>
                  <a:pt x="54" y="24"/>
                  <a:pt x="54" y="24"/>
                </a:cubicBezTo>
                <a:lnTo>
                  <a:pt x="58" y="18"/>
                </a:lnTo>
                <a:close/>
                <a:moveTo>
                  <a:pt x="51" y="30"/>
                </a:moveTo>
                <a:cubicBezTo>
                  <a:pt x="45" y="26"/>
                  <a:pt x="45" y="26"/>
                  <a:pt x="45" y="26"/>
                </a:cubicBezTo>
                <a:cubicBezTo>
                  <a:pt x="42" y="32"/>
                  <a:pt x="42" y="32"/>
                  <a:pt x="42" y="32"/>
                </a:cubicBezTo>
                <a:cubicBezTo>
                  <a:pt x="48" y="35"/>
                  <a:pt x="48" y="35"/>
                  <a:pt x="48" y="35"/>
                </a:cubicBezTo>
                <a:lnTo>
                  <a:pt x="51" y="30"/>
                </a:lnTo>
                <a:close/>
                <a:moveTo>
                  <a:pt x="53" y="98"/>
                </a:moveTo>
                <a:cubicBezTo>
                  <a:pt x="93" y="98"/>
                  <a:pt x="93" y="98"/>
                  <a:pt x="93" y="98"/>
                </a:cubicBezTo>
                <a:cubicBezTo>
                  <a:pt x="97" y="98"/>
                  <a:pt x="100" y="95"/>
                  <a:pt x="100" y="92"/>
                </a:cubicBezTo>
                <a:cubicBezTo>
                  <a:pt x="100" y="85"/>
                  <a:pt x="100" y="85"/>
                  <a:pt x="100" y="85"/>
                </a:cubicBezTo>
                <a:cubicBezTo>
                  <a:pt x="100" y="81"/>
                  <a:pt x="97" y="78"/>
                  <a:pt x="9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0" y="78"/>
                  <a:pt x="47" y="81"/>
                  <a:pt x="47" y="85"/>
                </a:cubicBezTo>
                <a:cubicBezTo>
                  <a:pt x="47" y="92"/>
                  <a:pt x="47" y="92"/>
                  <a:pt x="47" y="92"/>
                </a:cubicBezTo>
                <a:cubicBezTo>
                  <a:pt x="47" y="95"/>
                  <a:pt x="50" y="98"/>
                  <a:pt x="53" y="98"/>
                </a:cubicBezTo>
                <a:close/>
                <a:moveTo>
                  <a:pt x="53" y="85"/>
                </a:moveTo>
                <a:cubicBezTo>
                  <a:pt x="93" y="85"/>
                  <a:pt x="93" y="85"/>
                  <a:pt x="93" y="85"/>
                </a:cubicBezTo>
                <a:cubicBezTo>
                  <a:pt x="93" y="92"/>
                  <a:pt x="93" y="92"/>
                  <a:pt x="93" y="92"/>
                </a:cubicBezTo>
                <a:cubicBezTo>
                  <a:pt x="53" y="92"/>
                  <a:pt x="53" y="92"/>
                  <a:pt x="53" y="92"/>
                </a:cubicBezTo>
                <a:lnTo>
                  <a:pt x="53" y="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en-US" sz="1200" dirty="0"/>
          </a:p>
        </p:txBody>
      </p:sp>
      <p:sp>
        <p:nvSpPr>
          <p:cNvPr id="26" name="Picture Placeholder 2"/>
          <p:cNvSpPr txBox="1"/>
          <p:nvPr/>
        </p:nvSpPr>
        <p:spPr>
          <a:xfrm>
            <a:off x="1037129" y="638629"/>
            <a:ext cx="2518227" cy="2830286"/>
          </a:xfrm>
          <a:custGeom>
            <a:avLst/>
            <a:gdLst>
              <a:gd name="connsiteX0" fmla="*/ 0 w 2939143"/>
              <a:gd name="connsiteY0" fmla="*/ 0 h 5805714"/>
              <a:gd name="connsiteX1" fmla="*/ 2939143 w 2939143"/>
              <a:gd name="connsiteY1" fmla="*/ 0 h 5805714"/>
              <a:gd name="connsiteX2" fmla="*/ 2939143 w 2939143"/>
              <a:gd name="connsiteY2" fmla="*/ 5805714 h 5805714"/>
              <a:gd name="connsiteX3" fmla="*/ 0 w 2939143"/>
              <a:gd name="connsiteY3" fmla="*/ 5805714 h 58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9143" h="5805714">
                <a:moveTo>
                  <a:pt x="0" y="0"/>
                </a:moveTo>
                <a:lnTo>
                  <a:pt x="2939143" y="0"/>
                </a:lnTo>
                <a:lnTo>
                  <a:pt x="2939143" y="5805714"/>
                </a:lnTo>
                <a:lnTo>
                  <a:pt x="0" y="5805714"/>
                </a:lnTo>
                <a:close/>
              </a:path>
            </a:pathLst>
          </a:custGeom>
          <a:blipFill>
            <a:blip r:embed="rId1"/>
            <a:stretch>
              <a:fillRect l="-34252" r="-34252"/>
            </a:stretch>
          </a:blipFill>
        </p:spPr>
      </p:sp>
      <p:sp>
        <p:nvSpPr>
          <p:cNvPr id="27" name="Picture Placeholder 4"/>
          <p:cNvSpPr txBox="1"/>
          <p:nvPr/>
        </p:nvSpPr>
        <p:spPr>
          <a:xfrm>
            <a:off x="2034986" y="2053772"/>
            <a:ext cx="2518227" cy="2830286"/>
          </a:xfrm>
          <a:custGeom>
            <a:avLst/>
            <a:gdLst>
              <a:gd name="connsiteX0" fmla="*/ 0 w 2939143"/>
              <a:gd name="connsiteY0" fmla="*/ 0 h 5805714"/>
              <a:gd name="connsiteX1" fmla="*/ 2939143 w 2939143"/>
              <a:gd name="connsiteY1" fmla="*/ 0 h 5805714"/>
              <a:gd name="connsiteX2" fmla="*/ 2939143 w 2939143"/>
              <a:gd name="connsiteY2" fmla="*/ 5805714 h 5805714"/>
              <a:gd name="connsiteX3" fmla="*/ 0 w 2939143"/>
              <a:gd name="connsiteY3" fmla="*/ 5805714 h 58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9143" h="5805714">
                <a:moveTo>
                  <a:pt x="0" y="0"/>
                </a:moveTo>
                <a:lnTo>
                  <a:pt x="2939143" y="0"/>
                </a:lnTo>
                <a:lnTo>
                  <a:pt x="2939143" y="5805714"/>
                </a:lnTo>
                <a:lnTo>
                  <a:pt x="0" y="5805714"/>
                </a:lnTo>
                <a:close/>
              </a:path>
            </a:pathLst>
          </a:custGeom>
          <a:blipFill>
            <a:blip r:embed="rId2"/>
            <a:stretch>
              <a:fillRect l="-34294" r="-34294"/>
            </a:stretch>
          </a:blipFill>
        </p:spPr>
      </p:sp>
      <p:sp>
        <p:nvSpPr>
          <p:cNvPr id="28" name="Picture Placeholder 15"/>
          <p:cNvSpPr txBox="1"/>
          <p:nvPr/>
        </p:nvSpPr>
        <p:spPr>
          <a:xfrm>
            <a:off x="3032843" y="3468915"/>
            <a:ext cx="2518227" cy="2830286"/>
          </a:xfrm>
          <a:custGeom>
            <a:avLst/>
            <a:gdLst>
              <a:gd name="connsiteX0" fmla="*/ 0 w 2939143"/>
              <a:gd name="connsiteY0" fmla="*/ 0 h 5805714"/>
              <a:gd name="connsiteX1" fmla="*/ 2939143 w 2939143"/>
              <a:gd name="connsiteY1" fmla="*/ 0 h 5805714"/>
              <a:gd name="connsiteX2" fmla="*/ 2939143 w 2939143"/>
              <a:gd name="connsiteY2" fmla="*/ 5805714 h 5805714"/>
              <a:gd name="connsiteX3" fmla="*/ 0 w 2939143"/>
              <a:gd name="connsiteY3" fmla="*/ 5805714 h 58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9143" h="5805714">
                <a:moveTo>
                  <a:pt x="0" y="0"/>
                </a:moveTo>
                <a:lnTo>
                  <a:pt x="2939143" y="0"/>
                </a:lnTo>
                <a:lnTo>
                  <a:pt x="2939143" y="5805714"/>
                </a:lnTo>
                <a:lnTo>
                  <a:pt x="0" y="5805714"/>
                </a:lnTo>
                <a:close/>
              </a:path>
            </a:pathLst>
          </a:custGeom>
          <a:blipFill>
            <a:blip r:embed="rId3"/>
            <a:stretch>
              <a:fillRect l="-34294" r="-34294"/>
            </a:stretch>
          </a:blipFill>
        </p:spPr>
      </p:sp>
      <p:sp>
        <p:nvSpPr>
          <p:cNvPr id="29" name="Rectangle 29"/>
          <p:cNvSpPr/>
          <p:nvPr/>
        </p:nvSpPr>
        <p:spPr>
          <a:xfrm>
            <a:off x="7988566" y="4664456"/>
            <a:ext cx="1574956" cy="109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8229770" y="432727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31" name="Rectangle 29"/>
          <p:cNvSpPr/>
          <p:nvPr/>
        </p:nvSpPr>
        <p:spPr>
          <a:xfrm>
            <a:off x="9889697" y="4664456"/>
            <a:ext cx="1574956" cy="109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32" name="Rectangle 30"/>
          <p:cNvSpPr/>
          <p:nvPr/>
        </p:nvSpPr>
        <p:spPr>
          <a:xfrm>
            <a:off x="10130901" y="4327271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07024" y="1423933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在这添加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页面标题内容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34" name="Google Shape;86;p19"/>
          <p:cNvSpPr txBox="1"/>
          <p:nvPr/>
        </p:nvSpPr>
        <p:spPr>
          <a:xfrm>
            <a:off x="6507024" y="1023045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000" b="0" i="0" u="none" strike="noStrike" cap="none">
              <a:solidFill>
                <a:schemeClr val="accent1"/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9039225" y="0"/>
            <a:ext cx="31527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1"/>
          <p:cNvSpPr txBox="1"/>
          <p:nvPr/>
        </p:nvSpPr>
        <p:spPr>
          <a:xfrm>
            <a:off x="7448550" y="1838325"/>
            <a:ext cx="3181350" cy="3181350"/>
          </a:xfrm>
          <a:custGeom>
            <a:avLst/>
            <a:gdLst>
              <a:gd name="connsiteX0" fmla="*/ 0 w 3181350"/>
              <a:gd name="connsiteY0" fmla="*/ 0 h 3181350"/>
              <a:gd name="connsiteX1" fmla="*/ 3181350 w 3181350"/>
              <a:gd name="connsiteY1" fmla="*/ 0 h 3181350"/>
              <a:gd name="connsiteX2" fmla="*/ 3181350 w 3181350"/>
              <a:gd name="connsiteY2" fmla="*/ 3181350 h 3181350"/>
              <a:gd name="connsiteX3" fmla="*/ 0 w 3181350"/>
              <a:gd name="connsiteY3" fmla="*/ 3181350 h 318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350" h="3181350">
                <a:moveTo>
                  <a:pt x="0" y="0"/>
                </a:moveTo>
                <a:lnTo>
                  <a:pt x="3181350" y="0"/>
                </a:lnTo>
                <a:lnTo>
                  <a:pt x="3181350" y="3181350"/>
                </a:lnTo>
                <a:lnTo>
                  <a:pt x="0" y="3181350"/>
                </a:lnTo>
                <a:close/>
              </a:path>
            </a:pathLst>
          </a:custGeom>
          <a:blipFill>
            <a:blip r:embed="rId1"/>
            <a:stretch>
              <a:fillRect l="-25020" r="-25020"/>
            </a:stretch>
          </a:blipFill>
        </p:spPr>
      </p:sp>
      <p:sp>
        <p:nvSpPr>
          <p:cNvPr id="11" name="TextBox 7"/>
          <p:cNvSpPr txBox="1"/>
          <p:nvPr/>
        </p:nvSpPr>
        <p:spPr>
          <a:xfrm>
            <a:off x="1388200" y="200658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Google Shape;86;p19"/>
          <p:cNvSpPr txBox="1"/>
          <p:nvPr/>
        </p:nvSpPr>
        <p:spPr>
          <a:xfrm>
            <a:off x="1388200" y="1572318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tx1">
                  <a:lumMod val="75000"/>
                  <a:lumOff val="25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13" name="TextBox 24"/>
          <p:cNvSpPr txBox="1"/>
          <p:nvPr/>
        </p:nvSpPr>
        <p:spPr>
          <a:xfrm>
            <a:off x="1388199" y="2804595"/>
            <a:ext cx="5245357" cy="84418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4268692" y="4200623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Heavy" panose="020B0500000000000000" pitchFamily="34" charset="-128"/>
                <a:ea typeface="Source Han Sans CN Heavy" panose="020B0500000000000000" pitchFamily="34" charset="-128"/>
              </a:rPr>
              <a:t>4</a:t>
            </a:r>
            <a:r>
              <a:rPr lang="en-US" altLang="zh-CN" sz="5400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Heavy" panose="020B0500000000000000" pitchFamily="34" charset="-128"/>
                <a:ea typeface="Source Han Sans CN Heavy" panose="020B0500000000000000" pitchFamily="34" charset="-128"/>
              </a:rPr>
              <a:t>8</a:t>
            </a:r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Heavy" panose="020B0500000000000000" pitchFamily="34" charset="-128"/>
                <a:ea typeface="Source Han Sans CN Heavy" panose="020B0500000000000000" pitchFamily="34" charset="-128"/>
              </a:rPr>
              <a:t>.</a:t>
            </a:r>
            <a:endParaRPr lang="en-US" sz="5400" b="1">
              <a:solidFill>
                <a:schemeClr val="tx1">
                  <a:lumMod val="75000"/>
                  <a:lumOff val="25000"/>
                </a:schemeClr>
              </a:solidFill>
              <a:latin typeface="Source Han Sans CN Heavy" panose="020B0500000000000000" pitchFamily="34" charset="-128"/>
              <a:ea typeface="Source Han Sans CN Heavy" panose="020B0500000000000000" pitchFamily="34" charset="-128"/>
            </a:endParaRPr>
          </a:p>
        </p:txBody>
      </p:sp>
      <p:sp>
        <p:nvSpPr>
          <p:cNvPr id="15" name="Rectangle 6"/>
          <p:cNvSpPr/>
          <p:nvPr/>
        </p:nvSpPr>
        <p:spPr>
          <a:xfrm>
            <a:off x="4268692" y="5143598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Short Text Here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6" name="Rectangle 7"/>
          <p:cNvSpPr/>
          <p:nvPr/>
        </p:nvSpPr>
        <p:spPr>
          <a:xfrm>
            <a:off x="1388199" y="5143598"/>
            <a:ext cx="2122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Short Text Here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1388199" y="4200623"/>
            <a:ext cx="2268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Heavy" panose="020B0500000000000000" pitchFamily="34" charset="-128"/>
                <a:ea typeface="Source Han Sans CN Heavy" panose="020B0500000000000000" pitchFamily="34" charset="-128"/>
              </a:rPr>
              <a:t>3</a:t>
            </a:r>
            <a:r>
              <a:rPr lang="en-US" altLang="zh-CN" sz="5400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Heavy" panose="020B0500000000000000" pitchFamily="34" charset="-128"/>
                <a:ea typeface="Source Han Sans CN Heavy" panose="020B0500000000000000" pitchFamily="34" charset="-128"/>
              </a:rPr>
              <a:t>6</a:t>
            </a:r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Heavy" panose="020B0500000000000000" pitchFamily="34" charset="-128"/>
                <a:ea typeface="Source Han Sans CN Heavy" panose="020B0500000000000000" pitchFamily="34" charset="-128"/>
              </a:rPr>
              <a:t>.</a:t>
            </a:r>
            <a:endParaRPr lang="en-US" sz="5400" b="1">
              <a:solidFill>
                <a:schemeClr val="tx1">
                  <a:lumMod val="75000"/>
                  <a:lumOff val="25000"/>
                </a:schemeClr>
              </a:solidFill>
              <a:latin typeface="Source Han Sans CN Heavy" panose="020B0500000000000000" pitchFamily="34" charset="-128"/>
              <a:ea typeface="Source Han Sans CN Heavy" panose="020B0500000000000000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7"/>
          <p:cNvGraphicFramePr/>
          <p:nvPr/>
        </p:nvGraphicFramePr>
        <p:xfrm>
          <a:off x="6199040" y="2235748"/>
          <a:ext cx="4750170" cy="322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Oval 38"/>
          <p:cNvSpPr/>
          <p:nvPr/>
        </p:nvSpPr>
        <p:spPr>
          <a:xfrm flipH="1">
            <a:off x="1343699" y="4619068"/>
            <a:ext cx="573732" cy="5737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9"/>
          <p:cNvSpPr/>
          <p:nvPr/>
        </p:nvSpPr>
        <p:spPr>
          <a:xfrm flipH="1">
            <a:off x="1336575" y="3556734"/>
            <a:ext cx="573732" cy="57373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1120"/>
          <p:cNvSpPr>
            <a:spLocks noEditPoints="1"/>
          </p:cNvSpPr>
          <p:nvPr/>
        </p:nvSpPr>
        <p:spPr bwMode="auto">
          <a:xfrm>
            <a:off x="1476029" y="3729891"/>
            <a:ext cx="304866" cy="241331"/>
          </a:xfrm>
          <a:custGeom>
            <a:avLst/>
            <a:gdLst>
              <a:gd name="T0" fmla="*/ 2455 w 3573"/>
              <a:gd name="T1" fmla="*/ 579 h 2827"/>
              <a:gd name="T2" fmla="*/ 2600 w 3573"/>
              <a:gd name="T3" fmla="*/ 760 h 2827"/>
              <a:gd name="T4" fmla="*/ 2739 w 3573"/>
              <a:gd name="T5" fmla="*/ 1081 h 2827"/>
              <a:gd name="T6" fmla="*/ 2787 w 3573"/>
              <a:gd name="T7" fmla="*/ 1432 h 2827"/>
              <a:gd name="T8" fmla="*/ 2745 w 3573"/>
              <a:gd name="T9" fmla="*/ 1761 h 2827"/>
              <a:gd name="T10" fmla="*/ 2621 w 3573"/>
              <a:gd name="T11" fmla="*/ 2067 h 2827"/>
              <a:gd name="T12" fmla="*/ 2489 w 3573"/>
              <a:gd name="T13" fmla="*/ 2244 h 2827"/>
              <a:gd name="T14" fmla="*/ 2399 w 3573"/>
              <a:gd name="T15" fmla="*/ 2271 h 2827"/>
              <a:gd name="T16" fmla="*/ 2304 w 3573"/>
              <a:gd name="T17" fmla="*/ 2241 h 2827"/>
              <a:gd name="T18" fmla="*/ 2230 w 3573"/>
              <a:gd name="T19" fmla="*/ 2155 h 2827"/>
              <a:gd name="T20" fmla="*/ 2221 w 3573"/>
              <a:gd name="T21" fmla="*/ 2044 h 2827"/>
              <a:gd name="T22" fmla="*/ 2327 w 3573"/>
              <a:gd name="T23" fmla="*/ 1864 h 2827"/>
              <a:gd name="T24" fmla="*/ 2421 w 3573"/>
              <a:gd name="T25" fmla="*/ 1582 h 2827"/>
              <a:gd name="T26" fmla="*/ 2422 w 3573"/>
              <a:gd name="T27" fmla="*/ 1289 h 2827"/>
              <a:gd name="T28" fmla="*/ 2338 w 3573"/>
              <a:gd name="T29" fmla="*/ 1020 h 2827"/>
              <a:gd name="T30" fmla="*/ 2205 w 3573"/>
              <a:gd name="T31" fmla="*/ 815 h 2827"/>
              <a:gd name="T32" fmla="*/ 2191 w 3573"/>
              <a:gd name="T33" fmla="*/ 701 h 2827"/>
              <a:gd name="T34" fmla="*/ 2255 w 3573"/>
              <a:gd name="T35" fmla="*/ 602 h 2827"/>
              <a:gd name="T36" fmla="*/ 2350 w 3573"/>
              <a:gd name="T37" fmla="*/ 557 h 2827"/>
              <a:gd name="T38" fmla="*/ 1694 w 3573"/>
              <a:gd name="T39" fmla="*/ 195 h 2827"/>
              <a:gd name="T40" fmla="*/ 1776 w 3573"/>
              <a:gd name="T41" fmla="*/ 282 h 2827"/>
              <a:gd name="T42" fmla="*/ 1785 w 3573"/>
              <a:gd name="T43" fmla="*/ 2553 h 2827"/>
              <a:gd name="T44" fmla="*/ 1720 w 3573"/>
              <a:gd name="T45" fmla="*/ 2653 h 2827"/>
              <a:gd name="T46" fmla="*/ 1625 w 3573"/>
              <a:gd name="T47" fmla="*/ 2685 h 2827"/>
              <a:gd name="T48" fmla="*/ 1522 w 3573"/>
              <a:gd name="T49" fmla="*/ 2647 h 2827"/>
              <a:gd name="T50" fmla="*/ 99 w 3573"/>
              <a:gd name="T51" fmla="*/ 1903 h 2827"/>
              <a:gd name="T52" fmla="*/ 13 w 3573"/>
              <a:gd name="T53" fmla="*/ 1817 h 2827"/>
              <a:gd name="T54" fmla="*/ 3 w 3573"/>
              <a:gd name="T55" fmla="*/ 1078 h 2827"/>
              <a:gd name="T56" fmla="*/ 72 w 3573"/>
              <a:gd name="T57" fmla="*/ 976 h 2827"/>
              <a:gd name="T58" fmla="*/ 635 w 3573"/>
              <a:gd name="T59" fmla="*/ 949 h 2827"/>
              <a:gd name="T60" fmla="*/ 1605 w 3573"/>
              <a:gd name="T61" fmla="*/ 181 h 2827"/>
              <a:gd name="T62" fmla="*/ 2983 w 3573"/>
              <a:gd name="T63" fmla="*/ 11 h 2827"/>
              <a:gd name="T64" fmla="*/ 3118 w 3573"/>
              <a:gd name="T65" fmla="*/ 138 h 2827"/>
              <a:gd name="T66" fmla="*/ 3350 w 3573"/>
              <a:gd name="T67" fmla="*/ 499 h 2827"/>
              <a:gd name="T68" fmla="*/ 3503 w 3573"/>
              <a:gd name="T69" fmla="*/ 899 h 2827"/>
              <a:gd name="T70" fmla="*/ 3569 w 3573"/>
              <a:gd name="T71" fmla="*/ 1324 h 2827"/>
              <a:gd name="T72" fmla="*/ 3545 w 3573"/>
              <a:gd name="T73" fmla="*/ 1768 h 2827"/>
              <a:gd name="T74" fmla="*/ 3427 w 3573"/>
              <a:gd name="T75" fmla="*/ 2196 h 2827"/>
              <a:gd name="T76" fmla="*/ 3218 w 3573"/>
              <a:gd name="T77" fmla="*/ 2590 h 2827"/>
              <a:gd name="T78" fmla="*/ 3040 w 3573"/>
              <a:gd name="T79" fmla="*/ 2804 h 2827"/>
              <a:gd name="T80" fmla="*/ 2957 w 3573"/>
              <a:gd name="T81" fmla="*/ 2827 h 2827"/>
              <a:gd name="T82" fmla="*/ 2863 w 3573"/>
              <a:gd name="T83" fmla="*/ 2797 h 2827"/>
              <a:gd name="T84" fmla="*/ 2787 w 3573"/>
              <a:gd name="T85" fmla="*/ 2709 h 2827"/>
              <a:gd name="T86" fmla="*/ 2783 w 3573"/>
              <a:gd name="T87" fmla="*/ 2594 h 2827"/>
              <a:gd name="T88" fmla="*/ 2933 w 3573"/>
              <a:gd name="T89" fmla="*/ 2378 h 2827"/>
              <a:gd name="T90" fmla="*/ 3113 w 3573"/>
              <a:gd name="T91" fmla="*/ 2022 h 2827"/>
              <a:gd name="T92" fmla="*/ 3206 w 3573"/>
              <a:gd name="T93" fmla="*/ 1633 h 2827"/>
              <a:gd name="T94" fmla="*/ 3207 w 3573"/>
              <a:gd name="T95" fmla="*/ 1239 h 2827"/>
              <a:gd name="T96" fmla="*/ 3122 w 3573"/>
              <a:gd name="T97" fmla="*/ 866 h 2827"/>
              <a:gd name="T98" fmla="*/ 2957 w 3573"/>
              <a:gd name="T99" fmla="*/ 522 h 2827"/>
              <a:gd name="T100" fmla="*/ 2767 w 3573"/>
              <a:gd name="T101" fmla="*/ 269 h 2827"/>
              <a:gd name="T102" fmla="*/ 2744 w 3573"/>
              <a:gd name="T103" fmla="*/ 165 h 2827"/>
              <a:gd name="T104" fmla="*/ 2791 w 3573"/>
              <a:gd name="T105" fmla="*/ 70 h 2827"/>
              <a:gd name="T106" fmla="*/ 2878 w 3573"/>
              <a:gd name="T107" fmla="*/ 8 h 2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573" h="2827">
                <a:moveTo>
                  <a:pt x="2378" y="555"/>
                </a:moveTo>
                <a:lnTo>
                  <a:pt x="2404" y="559"/>
                </a:lnTo>
                <a:lnTo>
                  <a:pt x="2431" y="567"/>
                </a:lnTo>
                <a:lnTo>
                  <a:pt x="2455" y="579"/>
                </a:lnTo>
                <a:lnTo>
                  <a:pt x="2476" y="595"/>
                </a:lnTo>
                <a:lnTo>
                  <a:pt x="2495" y="614"/>
                </a:lnTo>
                <a:lnTo>
                  <a:pt x="2551" y="686"/>
                </a:lnTo>
                <a:lnTo>
                  <a:pt x="2600" y="760"/>
                </a:lnTo>
                <a:lnTo>
                  <a:pt x="2643" y="837"/>
                </a:lnTo>
                <a:lnTo>
                  <a:pt x="2680" y="916"/>
                </a:lnTo>
                <a:lnTo>
                  <a:pt x="2713" y="998"/>
                </a:lnTo>
                <a:lnTo>
                  <a:pt x="2739" y="1081"/>
                </a:lnTo>
                <a:lnTo>
                  <a:pt x="2761" y="1166"/>
                </a:lnTo>
                <a:lnTo>
                  <a:pt x="2775" y="1253"/>
                </a:lnTo>
                <a:lnTo>
                  <a:pt x="2784" y="1342"/>
                </a:lnTo>
                <a:lnTo>
                  <a:pt x="2787" y="1432"/>
                </a:lnTo>
                <a:lnTo>
                  <a:pt x="2785" y="1516"/>
                </a:lnTo>
                <a:lnTo>
                  <a:pt x="2776" y="1598"/>
                </a:lnTo>
                <a:lnTo>
                  <a:pt x="2763" y="1681"/>
                </a:lnTo>
                <a:lnTo>
                  <a:pt x="2745" y="1761"/>
                </a:lnTo>
                <a:lnTo>
                  <a:pt x="2722" y="1840"/>
                </a:lnTo>
                <a:lnTo>
                  <a:pt x="2693" y="1918"/>
                </a:lnTo>
                <a:lnTo>
                  <a:pt x="2660" y="1993"/>
                </a:lnTo>
                <a:lnTo>
                  <a:pt x="2621" y="2067"/>
                </a:lnTo>
                <a:lnTo>
                  <a:pt x="2578" y="2137"/>
                </a:lnTo>
                <a:lnTo>
                  <a:pt x="2529" y="2206"/>
                </a:lnTo>
                <a:lnTo>
                  <a:pt x="2510" y="2226"/>
                </a:lnTo>
                <a:lnTo>
                  <a:pt x="2489" y="2244"/>
                </a:lnTo>
                <a:lnTo>
                  <a:pt x="2464" y="2257"/>
                </a:lnTo>
                <a:lnTo>
                  <a:pt x="2438" y="2267"/>
                </a:lnTo>
                <a:lnTo>
                  <a:pt x="2411" y="2271"/>
                </a:lnTo>
                <a:lnTo>
                  <a:pt x="2399" y="2271"/>
                </a:lnTo>
                <a:lnTo>
                  <a:pt x="2374" y="2269"/>
                </a:lnTo>
                <a:lnTo>
                  <a:pt x="2349" y="2263"/>
                </a:lnTo>
                <a:lnTo>
                  <a:pt x="2326" y="2254"/>
                </a:lnTo>
                <a:lnTo>
                  <a:pt x="2304" y="2241"/>
                </a:lnTo>
                <a:lnTo>
                  <a:pt x="2284" y="2224"/>
                </a:lnTo>
                <a:lnTo>
                  <a:pt x="2263" y="2202"/>
                </a:lnTo>
                <a:lnTo>
                  <a:pt x="2244" y="2180"/>
                </a:lnTo>
                <a:lnTo>
                  <a:pt x="2230" y="2155"/>
                </a:lnTo>
                <a:lnTo>
                  <a:pt x="2220" y="2128"/>
                </a:lnTo>
                <a:lnTo>
                  <a:pt x="2216" y="2099"/>
                </a:lnTo>
                <a:lnTo>
                  <a:pt x="2216" y="2071"/>
                </a:lnTo>
                <a:lnTo>
                  <a:pt x="2221" y="2044"/>
                </a:lnTo>
                <a:lnTo>
                  <a:pt x="2232" y="2017"/>
                </a:lnTo>
                <a:lnTo>
                  <a:pt x="2247" y="1992"/>
                </a:lnTo>
                <a:lnTo>
                  <a:pt x="2290" y="1929"/>
                </a:lnTo>
                <a:lnTo>
                  <a:pt x="2327" y="1864"/>
                </a:lnTo>
                <a:lnTo>
                  <a:pt x="2360" y="1796"/>
                </a:lnTo>
                <a:lnTo>
                  <a:pt x="2386" y="1727"/>
                </a:lnTo>
                <a:lnTo>
                  <a:pt x="2407" y="1655"/>
                </a:lnTo>
                <a:lnTo>
                  <a:pt x="2421" y="1582"/>
                </a:lnTo>
                <a:lnTo>
                  <a:pt x="2429" y="1507"/>
                </a:lnTo>
                <a:lnTo>
                  <a:pt x="2433" y="1432"/>
                </a:lnTo>
                <a:lnTo>
                  <a:pt x="2431" y="1359"/>
                </a:lnTo>
                <a:lnTo>
                  <a:pt x="2422" y="1289"/>
                </a:lnTo>
                <a:lnTo>
                  <a:pt x="2409" y="1219"/>
                </a:lnTo>
                <a:lnTo>
                  <a:pt x="2390" y="1151"/>
                </a:lnTo>
                <a:lnTo>
                  <a:pt x="2366" y="1085"/>
                </a:lnTo>
                <a:lnTo>
                  <a:pt x="2338" y="1020"/>
                </a:lnTo>
                <a:lnTo>
                  <a:pt x="2304" y="957"/>
                </a:lnTo>
                <a:lnTo>
                  <a:pt x="2266" y="898"/>
                </a:lnTo>
                <a:lnTo>
                  <a:pt x="2222" y="840"/>
                </a:lnTo>
                <a:lnTo>
                  <a:pt x="2205" y="815"/>
                </a:lnTo>
                <a:lnTo>
                  <a:pt x="2194" y="788"/>
                </a:lnTo>
                <a:lnTo>
                  <a:pt x="2187" y="759"/>
                </a:lnTo>
                <a:lnTo>
                  <a:pt x="2186" y="730"/>
                </a:lnTo>
                <a:lnTo>
                  <a:pt x="2191" y="701"/>
                </a:lnTo>
                <a:lnTo>
                  <a:pt x="2199" y="674"/>
                </a:lnTo>
                <a:lnTo>
                  <a:pt x="2213" y="648"/>
                </a:lnTo>
                <a:lnTo>
                  <a:pt x="2233" y="624"/>
                </a:lnTo>
                <a:lnTo>
                  <a:pt x="2255" y="602"/>
                </a:lnTo>
                <a:lnTo>
                  <a:pt x="2276" y="585"/>
                </a:lnTo>
                <a:lnTo>
                  <a:pt x="2299" y="571"/>
                </a:lnTo>
                <a:lnTo>
                  <a:pt x="2324" y="562"/>
                </a:lnTo>
                <a:lnTo>
                  <a:pt x="2350" y="557"/>
                </a:lnTo>
                <a:lnTo>
                  <a:pt x="2378" y="555"/>
                </a:lnTo>
                <a:close/>
                <a:moveTo>
                  <a:pt x="1635" y="180"/>
                </a:moveTo>
                <a:lnTo>
                  <a:pt x="1665" y="184"/>
                </a:lnTo>
                <a:lnTo>
                  <a:pt x="1694" y="195"/>
                </a:lnTo>
                <a:lnTo>
                  <a:pt x="1720" y="210"/>
                </a:lnTo>
                <a:lnTo>
                  <a:pt x="1743" y="231"/>
                </a:lnTo>
                <a:lnTo>
                  <a:pt x="1762" y="255"/>
                </a:lnTo>
                <a:lnTo>
                  <a:pt x="1776" y="282"/>
                </a:lnTo>
                <a:lnTo>
                  <a:pt x="1785" y="310"/>
                </a:lnTo>
                <a:lnTo>
                  <a:pt x="1787" y="341"/>
                </a:lnTo>
                <a:lnTo>
                  <a:pt x="1787" y="2523"/>
                </a:lnTo>
                <a:lnTo>
                  <a:pt x="1785" y="2553"/>
                </a:lnTo>
                <a:lnTo>
                  <a:pt x="1776" y="2583"/>
                </a:lnTo>
                <a:lnTo>
                  <a:pt x="1762" y="2610"/>
                </a:lnTo>
                <a:lnTo>
                  <a:pt x="1743" y="2634"/>
                </a:lnTo>
                <a:lnTo>
                  <a:pt x="1720" y="2653"/>
                </a:lnTo>
                <a:lnTo>
                  <a:pt x="1694" y="2670"/>
                </a:lnTo>
                <a:lnTo>
                  <a:pt x="1671" y="2678"/>
                </a:lnTo>
                <a:lnTo>
                  <a:pt x="1648" y="2683"/>
                </a:lnTo>
                <a:lnTo>
                  <a:pt x="1625" y="2685"/>
                </a:lnTo>
                <a:lnTo>
                  <a:pt x="1597" y="2683"/>
                </a:lnTo>
                <a:lnTo>
                  <a:pt x="1571" y="2675"/>
                </a:lnTo>
                <a:lnTo>
                  <a:pt x="1545" y="2663"/>
                </a:lnTo>
                <a:lnTo>
                  <a:pt x="1522" y="2647"/>
                </a:lnTo>
                <a:lnTo>
                  <a:pt x="635" y="1916"/>
                </a:lnTo>
                <a:lnTo>
                  <a:pt x="163" y="1916"/>
                </a:lnTo>
                <a:lnTo>
                  <a:pt x="130" y="1912"/>
                </a:lnTo>
                <a:lnTo>
                  <a:pt x="99" y="1903"/>
                </a:lnTo>
                <a:lnTo>
                  <a:pt x="72" y="1887"/>
                </a:lnTo>
                <a:lnTo>
                  <a:pt x="48" y="1868"/>
                </a:lnTo>
                <a:lnTo>
                  <a:pt x="27" y="1844"/>
                </a:lnTo>
                <a:lnTo>
                  <a:pt x="13" y="1817"/>
                </a:lnTo>
                <a:lnTo>
                  <a:pt x="3" y="1786"/>
                </a:lnTo>
                <a:lnTo>
                  <a:pt x="0" y="1754"/>
                </a:lnTo>
                <a:lnTo>
                  <a:pt x="0" y="1111"/>
                </a:lnTo>
                <a:lnTo>
                  <a:pt x="3" y="1078"/>
                </a:lnTo>
                <a:lnTo>
                  <a:pt x="13" y="1048"/>
                </a:lnTo>
                <a:lnTo>
                  <a:pt x="27" y="1019"/>
                </a:lnTo>
                <a:lnTo>
                  <a:pt x="48" y="995"/>
                </a:lnTo>
                <a:lnTo>
                  <a:pt x="72" y="976"/>
                </a:lnTo>
                <a:lnTo>
                  <a:pt x="99" y="961"/>
                </a:lnTo>
                <a:lnTo>
                  <a:pt x="130" y="952"/>
                </a:lnTo>
                <a:lnTo>
                  <a:pt x="163" y="949"/>
                </a:lnTo>
                <a:lnTo>
                  <a:pt x="635" y="949"/>
                </a:lnTo>
                <a:lnTo>
                  <a:pt x="1522" y="216"/>
                </a:lnTo>
                <a:lnTo>
                  <a:pt x="1547" y="199"/>
                </a:lnTo>
                <a:lnTo>
                  <a:pt x="1575" y="187"/>
                </a:lnTo>
                <a:lnTo>
                  <a:pt x="1605" y="181"/>
                </a:lnTo>
                <a:lnTo>
                  <a:pt x="1635" y="180"/>
                </a:lnTo>
                <a:close/>
                <a:moveTo>
                  <a:pt x="2931" y="0"/>
                </a:moveTo>
                <a:lnTo>
                  <a:pt x="2957" y="4"/>
                </a:lnTo>
                <a:lnTo>
                  <a:pt x="2983" y="11"/>
                </a:lnTo>
                <a:lnTo>
                  <a:pt x="3007" y="22"/>
                </a:lnTo>
                <a:lnTo>
                  <a:pt x="3028" y="37"/>
                </a:lnTo>
                <a:lnTo>
                  <a:pt x="3048" y="55"/>
                </a:lnTo>
                <a:lnTo>
                  <a:pt x="3118" y="138"/>
                </a:lnTo>
                <a:lnTo>
                  <a:pt x="3183" y="224"/>
                </a:lnTo>
                <a:lnTo>
                  <a:pt x="3244" y="313"/>
                </a:lnTo>
                <a:lnTo>
                  <a:pt x="3300" y="406"/>
                </a:lnTo>
                <a:lnTo>
                  <a:pt x="3350" y="499"/>
                </a:lnTo>
                <a:lnTo>
                  <a:pt x="3396" y="597"/>
                </a:lnTo>
                <a:lnTo>
                  <a:pt x="3437" y="696"/>
                </a:lnTo>
                <a:lnTo>
                  <a:pt x="3472" y="797"/>
                </a:lnTo>
                <a:lnTo>
                  <a:pt x="3503" y="899"/>
                </a:lnTo>
                <a:lnTo>
                  <a:pt x="3528" y="1003"/>
                </a:lnTo>
                <a:lnTo>
                  <a:pt x="3548" y="1108"/>
                </a:lnTo>
                <a:lnTo>
                  <a:pt x="3562" y="1216"/>
                </a:lnTo>
                <a:lnTo>
                  <a:pt x="3569" y="1324"/>
                </a:lnTo>
                <a:lnTo>
                  <a:pt x="3573" y="1432"/>
                </a:lnTo>
                <a:lnTo>
                  <a:pt x="3569" y="1545"/>
                </a:lnTo>
                <a:lnTo>
                  <a:pt x="3561" y="1656"/>
                </a:lnTo>
                <a:lnTo>
                  <a:pt x="3545" y="1768"/>
                </a:lnTo>
                <a:lnTo>
                  <a:pt x="3524" y="1877"/>
                </a:lnTo>
                <a:lnTo>
                  <a:pt x="3497" y="1985"/>
                </a:lnTo>
                <a:lnTo>
                  <a:pt x="3465" y="2092"/>
                </a:lnTo>
                <a:lnTo>
                  <a:pt x="3427" y="2196"/>
                </a:lnTo>
                <a:lnTo>
                  <a:pt x="3382" y="2299"/>
                </a:lnTo>
                <a:lnTo>
                  <a:pt x="3333" y="2399"/>
                </a:lnTo>
                <a:lnTo>
                  <a:pt x="3278" y="2496"/>
                </a:lnTo>
                <a:lnTo>
                  <a:pt x="3218" y="2590"/>
                </a:lnTo>
                <a:lnTo>
                  <a:pt x="3153" y="2682"/>
                </a:lnTo>
                <a:lnTo>
                  <a:pt x="3082" y="2770"/>
                </a:lnTo>
                <a:lnTo>
                  <a:pt x="3062" y="2789"/>
                </a:lnTo>
                <a:lnTo>
                  <a:pt x="3040" y="2804"/>
                </a:lnTo>
                <a:lnTo>
                  <a:pt x="3017" y="2816"/>
                </a:lnTo>
                <a:lnTo>
                  <a:pt x="2991" y="2824"/>
                </a:lnTo>
                <a:lnTo>
                  <a:pt x="2965" y="2827"/>
                </a:lnTo>
                <a:lnTo>
                  <a:pt x="2957" y="2827"/>
                </a:lnTo>
                <a:lnTo>
                  <a:pt x="2932" y="2825"/>
                </a:lnTo>
                <a:lnTo>
                  <a:pt x="2907" y="2820"/>
                </a:lnTo>
                <a:lnTo>
                  <a:pt x="2884" y="2810"/>
                </a:lnTo>
                <a:lnTo>
                  <a:pt x="2863" y="2797"/>
                </a:lnTo>
                <a:lnTo>
                  <a:pt x="2843" y="2780"/>
                </a:lnTo>
                <a:lnTo>
                  <a:pt x="2822" y="2759"/>
                </a:lnTo>
                <a:lnTo>
                  <a:pt x="2801" y="2735"/>
                </a:lnTo>
                <a:lnTo>
                  <a:pt x="2787" y="2709"/>
                </a:lnTo>
                <a:lnTo>
                  <a:pt x="2779" y="2681"/>
                </a:lnTo>
                <a:lnTo>
                  <a:pt x="2774" y="2651"/>
                </a:lnTo>
                <a:lnTo>
                  <a:pt x="2775" y="2622"/>
                </a:lnTo>
                <a:lnTo>
                  <a:pt x="2783" y="2594"/>
                </a:lnTo>
                <a:lnTo>
                  <a:pt x="2795" y="2565"/>
                </a:lnTo>
                <a:lnTo>
                  <a:pt x="2812" y="2540"/>
                </a:lnTo>
                <a:lnTo>
                  <a:pt x="2876" y="2461"/>
                </a:lnTo>
                <a:lnTo>
                  <a:pt x="2933" y="2378"/>
                </a:lnTo>
                <a:lnTo>
                  <a:pt x="2986" y="2294"/>
                </a:lnTo>
                <a:lnTo>
                  <a:pt x="3034" y="2206"/>
                </a:lnTo>
                <a:lnTo>
                  <a:pt x="3076" y="2114"/>
                </a:lnTo>
                <a:lnTo>
                  <a:pt x="3113" y="2022"/>
                </a:lnTo>
                <a:lnTo>
                  <a:pt x="3145" y="1927"/>
                </a:lnTo>
                <a:lnTo>
                  <a:pt x="3171" y="1831"/>
                </a:lnTo>
                <a:lnTo>
                  <a:pt x="3191" y="1732"/>
                </a:lnTo>
                <a:lnTo>
                  <a:pt x="3206" y="1633"/>
                </a:lnTo>
                <a:lnTo>
                  <a:pt x="3215" y="1533"/>
                </a:lnTo>
                <a:lnTo>
                  <a:pt x="3218" y="1432"/>
                </a:lnTo>
                <a:lnTo>
                  <a:pt x="3215" y="1336"/>
                </a:lnTo>
                <a:lnTo>
                  <a:pt x="3207" y="1239"/>
                </a:lnTo>
                <a:lnTo>
                  <a:pt x="3194" y="1144"/>
                </a:lnTo>
                <a:lnTo>
                  <a:pt x="3175" y="1050"/>
                </a:lnTo>
                <a:lnTo>
                  <a:pt x="3152" y="957"/>
                </a:lnTo>
                <a:lnTo>
                  <a:pt x="3122" y="866"/>
                </a:lnTo>
                <a:lnTo>
                  <a:pt x="3088" y="777"/>
                </a:lnTo>
                <a:lnTo>
                  <a:pt x="3049" y="690"/>
                </a:lnTo>
                <a:lnTo>
                  <a:pt x="3005" y="604"/>
                </a:lnTo>
                <a:lnTo>
                  <a:pt x="2957" y="522"/>
                </a:lnTo>
                <a:lnTo>
                  <a:pt x="2904" y="442"/>
                </a:lnTo>
                <a:lnTo>
                  <a:pt x="2846" y="365"/>
                </a:lnTo>
                <a:lnTo>
                  <a:pt x="2784" y="290"/>
                </a:lnTo>
                <a:lnTo>
                  <a:pt x="2767" y="269"/>
                </a:lnTo>
                <a:lnTo>
                  <a:pt x="2755" y="244"/>
                </a:lnTo>
                <a:lnTo>
                  <a:pt x="2747" y="219"/>
                </a:lnTo>
                <a:lnTo>
                  <a:pt x="2743" y="191"/>
                </a:lnTo>
                <a:lnTo>
                  <a:pt x="2744" y="165"/>
                </a:lnTo>
                <a:lnTo>
                  <a:pt x="2749" y="139"/>
                </a:lnTo>
                <a:lnTo>
                  <a:pt x="2758" y="114"/>
                </a:lnTo>
                <a:lnTo>
                  <a:pt x="2772" y="90"/>
                </a:lnTo>
                <a:lnTo>
                  <a:pt x="2791" y="70"/>
                </a:lnTo>
                <a:lnTo>
                  <a:pt x="2811" y="48"/>
                </a:lnTo>
                <a:lnTo>
                  <a:pt x="2831" y="31"/>
                </a:lnTo>
                <a:lnTo>
                  <a:pt x="2854" y="18"/>
                </a:lnTo>
                <a:lnTo>
                  <a:pt x="2878" y="8"/>
                </a:lnTo>
                <a:lnTo>
                  <a:pt x="2904" y="2"/>
                </a:lnTo>
                <a:lnTo>
                  <a:pt x="293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grpSp>
        <p:nvGrpSpPr>
          <p:cNvPr id="6" name="Group 1136"/>
          <p:cNvGrpSpPr>
            <a:grpSpLocks noChangeAspect="1"/>
          </p:cNvGrpSpPr>
          <p:nvPr/>
        </p:nvGrpSpPr>
        <p:grpSpPr bwMode="auto">
          <a:xfrm>
            <a:off x="1500380" y="4744728"/>
            <a:ext cx="267676" cy="323111"/>
            <a:chOff x="2712" y="795"/>
            <a:chExt cx="2255" cy="2722"/>
          </a:xfrm>
          <a:solidFill>
            <a:schemeClr val="bg1"/>
          </a:solidFill>
        </p:grpSpPr>
        <p:sp>
          <p:nvSpPr>
            <p:cNvPr id="7" name="Freeform 1138"/>
            <p:cNvSpPr/>
            <p:nvPr/>
          </p:nvSpPr>
          <p:spPr bwMode="auto">
            <a:xfrm>
              <a:off x="3897" y="2545"/>
              <a:ext cx="148" cy="243"/>
            </a:xfrm>
            <a:custGeom>
              <a:avLst/>
              <a:gdLst>
                <a:gd name="T0" fmla="*/ 0 w 298"/>
                <a:gd name="T1" fmla="*/ 0 h 487"/>
                <a:gd name="T2" fmla="*/ 63 w 298"/>
                <a:gd name="T3" fmla="*/ 17 h 487"/>
                <a:gd name="T4" fmla="*/ 124 w 298"/>
                <a:gd name="T5" fmla="*/ 38 h 487"/>
                <a:gd name="T6" fmla="*/ 184 w 298"/>
                <a:gd name="T7" fmla="*/ 65 h 487"/>
                <a:gd name="T8" fmla="*/ 210 w 298"/>
                <a:gd name="T9" fmla="*/ 80 h 487"/>
                <a:gd name="T10" fmla="*/ 235 w 298"/>
                <a:gd name="T11" fmla="*/ 96 h 487"/>
                <a:gd name="T12" fmla="*/ 257 w 298"/>
                <a:gd name="T13" fmla="*/ 118 h 487"/>
                <a:gd name="T14" fmla="*/ 273 w 298"/>
                <a:gd name="T15" fmla="*/ 139 h 487"/>
                <a:gd name="T16" fmla="*/ 285 w 298"/>
                <a:gd name="T17" fmla="*/ 164 h 487"/>
                <a:gd name="T18" fmla="*/ 293 w 298"/>
                <a:gd name="T19" fmla="*/ 191 h 487"/>
                <a:gd name="T20" fmla="*/ 298 w 298"/>
                <a:gd name="T21" fmla="*/ 229 h 487"/>
                <a:gd name="T22" fmla="*/ 296 w 298"/>
                <a:gd name="T23" fmla="*/ 268 h 487"/>
                <a:gd name="T24" fmla="*/ 288 w 298"/>
                <a:gd name="T25" fmla="*/ 306 h 487"/>
                <a:gd name="T26" fmla="*/ 271 w 298"/>
                <a:gd name="T27" fmla="*/ 343 h 487"/>
                <a:gd name="T28" fmla="*/ 250 w 298"/>
                <a:gd name="T29" fmla="*/ 376 h 487"/>
                <a:gd name="T30" fmla="*/ 222 w 298"/>
                <a:gd name="T31" fmla="*/ 404 h 487"/>
                <a:gd name="T32" fmla="*/ 189 w 298"/>
                <a:gd name="T33" fmla="*/ 427 h 487"/>
                <a:gd name="T34" fmla="*/ 154 w 298"/>
                <a:gd name="T35" fmla="*/ 445 h 487"/>
                <a:gd name="T36" fmla="*/ 116 w 298"/>
                <a:gd name="T37" fmla="*/ 460 h 487"/>
                <a:gd name="T38" fmla="*/ 78 w 298"/>
                <a:gd name="T39" fmla="*/ 472 h 487"/>
                <a:gd name="T40" fmla="*/ 38 w 298"/>
                <a:gd name="T41" fmla="*/ 480 h 487"/>
                <a:gd name="T42" fmla="*/ 0 w 298"/>
                <a:gd name="T43" fmla="*/ 487 h 487"/>
                <a:gd name="T44" fmla="*/ 0 w 298"/>
                <a:gd name="T45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8" h="487">
                  <a:moveTo>
                    <a:pt x="0" y="0"/>
                  </a:moveTo>
                  <a:lnTo>
                    <a:pt x="63" y="17"/>
                  </a:lnTo>
                  <a:lnTo>
                    <a:pt x="124" y="38"/>
                  </a:lnTo>
                  <a:lnTo>
                    <a:pt x="184" y="65"/>
                  </a:lnTo>
                  <a:lnTo>
                    <a:pt x="210" y="80"/>
                  </a:lnTo>
                  <a:lnTo>
                    <a:pt x="235" y="96"/>
                  </a:lnTo>
                  <a:lnTo>
                    <a:pt x="257" y="118"/>
                  </a:lnTo>
                  <a:lnTo>
                    <a:pt x="273" y="139"/>
                  </a:lnTo>
                  <a:lnTo>
                    <a:pt x="285" y="164"/>
                  </a:lnTo>
                  <a:lnTo>
                    <a:pt x="293" y="191"/>
                  </a:lnTo>
                  <a:lnTo>
                    <a:pt x="298" y="229"/>
                  </a:lnTo>
                  <a:lnTo>
                    <a:pt x="296" y="268"/>
                  </a:lnTo>
                  <a:lnTo>
                    <a:pt x="288" y="306"/>
                  </a:lnTo>
                  <a:lnTo>
                    <a:pt x="271" y="343"/>
                  </a:lnTo>
                  <a:lnTo>
                    <a:pt x="250" y="376"/>
                  </a:lnTo>
                  <a:lnTo>
                    <a:pt x="222" y="404"/>
                  </a:lnTo>
                  <a:lnTo>
                    <a:pt x="189" y="427"/>
                  </a:lnTo>
                  <a:lnTo>
                    <a:pt x="154" y="445"/>
                  </a:lnTo>
                  <a:lnTo>
                    <a:pt x="116" y="460"/>
                  </a:lnTo>
                  <a:lnTo>
                    <a:pt x="78" y="472"/>
                  </a:lnTo>
                  <a:lnTo>
                    <a:pt x="38" y="480"/>
                  </a:lnTo>
                  <a:lnTo>
                    <a:pt x="0" y="4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Freeform 1139"/>
            <p:cNvSpPr/>
            <p:nvPr/>
          </p:nvSpPr>
          <p:spPr bwMode="auto">
            <a:xfrm>
              <a:off x="3641" y="2153"/>
              <a:ext cx="122" cy="221"/>
            </a:xfrm>
            <a:custGeom>
              <a:avLst/>
              <a:gdLst>
                <a:gd name="T0" fmla="*/ 243 w 243"/>
                <a:gd name="T1" fmla="*/ 0 h 442"/>
                <a:gd name="T2" fmla="*/ 243 w 243"/>
                <a:gd name="T3" fmla="*/ 442 h 442"/>
                <a:gd name="T4" fmla="*/ 199 w 243"/>
                <a:gd name="T5" fmla="*/ 427 h 442"/>
                <a:gd name="T6" fmla="*/ 157 w 243"/>
                <a:gd name="T7" fmla="*/ 412 h 442"/>
                <a:gd name="T8" fmla="*/ 113 w 243"/>
                <a:gd name="T9" fmla="*/ 390 h 442"/>
                <a:gd name="T10" fmla="*/ 70 w 243"/>
                <a:gd name="T11" fmla="*/ 365 h 442"/>
                <a:gd name="T12" fmla="*/ 47 w 243"/>
                <a:gd name="T13" fmla="*/ 347 h 442"/>
                <a:gd name="T14" fmla="*/ 27 w 243"/>
                <a:gd name="T15" fmla="*/ 327 h 442"/>
                <a:gd name="T16" fmla="*/ 12 w 243"/>
                <a:gd name="T17" fmla="*/ 301 h 442"/>
                <a:gd name="T18" fmla="*/ 4 w 243"/>
                <a:gd name="T19" fmla="*/ 271 h 442"/>
                <a:gd name="T20" fmla="*/ 0 w 243"/>
                <a:gd name="T21" fmla="*/ 238 h 442"/>
                <a:gd name="T22" fmla="*/ 0 w 243"/>
                <a:gd name="T23" fmla="*/ 207 h 442"/>
                <a:gd name="T24" fmla="*/ 7 w 243"/>
                <a:gd name="T25" fmla="*/ 177 h 442"/>
                <a:gd name="T26" fmla="*/ 17 w 243"/>
                <a:gd name="T27" fmla="*/ 147 h 442"/>
                <a:gd name="T28" fmla="*/ 33 w 243"/>
                <a:gd name="T29" fmla="*/ 121 h 442"/>
                <a:gd name="T30" fmla="*/ 58 w 243"/>
                <a:gd name="T31" fmla="*/ 89 h 442"/>
                <a:gd name="T32" fmla="*/ 91 w 243"/>
                <a:gd name="T33" fmla="*/ 63 h 442"/>
                <a:gd name="T34" fmla="*/ 126 w 243"/>
                <a:gd name="T35" fmla="*/ 41 h 442"/>
                <a:gd name="T36" fmla="*/ 164 w 243"/>
                <a:gd name="T37" fmla="*/ 23 h 442"/>
                <a:gd name="T38" fmla="*/ 204 w 243"/>
                <a:gd name="T39" fmla="*/ 10 h 442"/>
                <a:gd name="T40" fmla="*/ 243 w 243"/>
                <a:gd name="T41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442">
                  <a:moveTo>
                    <a:pt x="243" y="0"/>
                  </a:moveTo>
                  <a:lnTo>
                    <a:pt x="243" y="442"/>
                  </a:lnTo>
                  <a:lnTo>
                    <a:pt x="199" y="427"/>
                  </a:lnTo>
                  <a:lnTo>
                    <a:pt x="157" y="412"/>
                  </a:lnTo>
                  <a:lnTo>
                    <a:pt x="113" y="390"/>
                  </a:lnTo>
                  <a:lnTo>
                    <a:pt x="70" y="365"/>
                  </a:lnTo>
                  <a:lnTo>
                    <a:pt x="47" y="347"/>
                  </a:lnTo>
                  <a:lnTo>
                    <a:pt x="27" y="327"/>
                  </a:lnTo>
                  <a:lnTo>
                    <a:pt x="12" y="301"/>
                  </a:lnTo>
                  <a:lnTo>
                    <a:pt x="4" y="271"/>
                  </a:lnTo>
                  <a:lnTo>
                    <a:pt x="0" y="238"/>
                  </a:lnTo>
                  <a:lnTo>
                    <a:pt x="0" y="207"/>
                  </a:lnTo>
                  <a:lnTo>
                    <a:pt x="7" y="177"/>
                  </a:lnTo>
                  <a:lnTo>
                    <a:pt x="17" y="147"/>
                  </a:lnTo>
                  <a:lnTo>
                    <a:pt x="33" y="121"/>
                  </a:lnTo>
                  <a:lnTo>
                    <a:pt x="58" y="89"/>
                  </a:lnTo>
                  <a:lnTo>
                    <a:pt x="91" y="63"/>
                  </a:lnTo>
                  <a:lnTo>
                    <a:pt x="126" y="41"/>
                  </a:lnTo>
                  <a:lnTo>
                    <a:pt x="164" y="23"/>
                  </a:lnTo>
                  <a:lnTo>
                    <a:pt x="204" y="10"/>
                  </a:lnTo>
                  <a:lnTo>
                    <a:pt x="2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1140"/>
            <p:cNvSpPr>
              <a:spLocks noEditPoints="1"/>
            </p:cNvSpPr>
            <p:nvPr/>
          </p:nvSpPr>
          <p:spPr bwMode="auto">
            <a:xfrm>
              <a:off x="2712" y="795"/>
              <a:ext cx="2255" cy="2722"/>
            </a:xfrm>
            <a:custGeom>
              <a:avLst/>
              <a:gdLst>
                <a:gd name="T0" fmla="*/ 2105 w 4510"/>
                <a:gd name="T1" fmla="*/ 2268 h 5443"/>
                <a:gd name="T2" fmla="*/ 1792 w 4510"/>
                <a:gd name="T3" fmla="*/ 2563 h 5443"/>
                <a:gd name="T4" fmla="*/ 1592 w 4510"/>
                <a:gd name="T5" fmla="*/ 2900 h 5443"/>
                <a:gd name="T6" fmla="*/ 1683 w 4510"/>
                <a:gd name="T7" fmla="*/ 3220 h 5443"/>
                <a:gd name="T8" fmla="*/ 2040 w 4510"/>
                <a:gd name="T9" fmla="*/ 3420 h 5443"/>
                <a:gd name="T10" fmla="*/ 1898 w 4510"/>
                <a:gd name="T11" fmla="*/ 3837 h 5443"/>
                <a:gd name="T12" fmla="*/ 1781 w 4510"/>
                <a:gd name="T13" fmla="*/ 3635 h 5443"/>
                <a:gd name="T14" fmla="*/ 1592 w 4510"/>
                <a:gd name="T15" fmla="*/ 3688 h 5443"/>
                <a:gd name="T16" fmla="*/ 1632 w 4510"/>
                <a:gd name="T17" fmla="*/ 3916 h 5443"/>
                <a:gd name="T18" fmla="*/ 1971 w 4510"/>
                <a:gd name="T19" fmla="*/ 4206 h 5443"/>
                <a:gd name="T20" fmla="*/ 2153 w 4510"/>
                <a:gd name="T21" fmla="*/ 4502 h 5443"/>
                <a:gd name="T22" fmla="*/ 2343 w 4510"/>
                <a:gd name="T23" fmla="*/ 4476 h 5443"/>
                <a:gd name="T24" fmla="*/ 2568 w 4510"/>
                <a:gd name="T25" fmla="*/ 4214 h 5443"/>
                <a:gd name="T26" fmla="*/ 2900 w 4510"/>
                <a:gd name="T27" fmla="*/ 3920 h 5443"/>
                <a:gd name="T28" fmla="*/ 2877 w 4510"/>
                <a:gd name="T29" fmla="*/ 3511 h 5443"/>
                <a:gd name="T30" fmla="*/ 2887 w 4510"/>
                <a:gd name="T31" fmla="*/ 3529 h 5443"/>
                <a:gd name="T32" fmla="*/ 2869 w 4510"/>
                <a:gd name="T33" fmla="*/ 3496 h 5443"/>
                <a:gd name="T34" fmla="*/ 2870 w 4510"/>
                <a:gd name="T35" fmla="*/ 3498 h 5443"/>
                <a:gd name="T36" fmla="*/ 2735 w 4510"/>
                <a:gd name="T37" fmla="*/ 3362 h 5443"/>
                <a:gd name="T38" fmla="*/ 2369 w 4510"/>
                <a:gd name="T39" fmla="*/ 2715 h 5443"/>
                <a:gd name="T40" fmla="*/ 2627 w 4510"/>
                <a:gd name="T41" fmla="*/ 2874 h 5443"/>
                <a:gd name="T42" fmla="*/ 2740 w 4510"/>
                <a:gd name="T43" fmla="*/ 3021 h 5443"/>
                <a:gd name="T44" fmla="*/ 2907 w 4510"/>
                <a:gd name="T45" fmla="*/ 2925 h 5443"/>
                <a:gd name="T46" fmla="*/ 2812 w 4510"/>
                <a:gd name="T47" fmla="*/ 2669 h 5443"/>
                <a:gd name="T48" fmla="*/ 2421 w 4510"/>
                <a:gd name="T49" fmla="*/ 2452 h 5443"/>
                <a:gd name="T50" fmla="*/ 2292 w 4510"/>
                <a:gd name="T51" fmla="*/ 2176 h 5443"/>
                <a:gd name="T52" fmla="*/ 1528 w 4510"/>
                <a:gd name="T53" fmla="*/ 40 h 5443"/>
                <a:gd name="T54" fmla="*/ 1891 w 4510"/>
                <a:gd name="T55" fmla="*/ 185 h 5443"/>
                <a:gd name="T56" fmla="*/ 2263 w 4510"/>
                <a:gd name="T57" fmla="*/ 174 h 5443"/>
                <a:gd name="T58" fmla="*/ 2721 w 4510"/>
                <a:gd name="T59" fmla="*/ 50 h 5443"/>
                <a:gd name="T60" fmla="*/ 3079 w 4510"/>
                <a:gd name="T61" fmla="*/ 26 h 5443"/>
                <a:gd name="T62" fmla="*/ 3093 w 4510"/>
                <a:gd name="T63" fmla="*/ 260 h 5443"/>
                <a:gd name="T64" fmla="*/ 2931 w 4510"/>
                <a:gd name="T65" fmla="*/ 672 h 5443"/>
                <a:gd name="T66" fmla="*/ 2640 w 4510"/>
                <a:gd name="T67" fmla="*/ 1089 h 5443"/>
                <a:gd name="T68" fmla="*/ 2878 w 4510"/>
                <a:gd name="T69" fmla="*/ 1367 h 5443"/>
                <a:gd name="T70" fmla="*/ 3356 w 4510"/>
                <a:gd name="T71" fmla="*/ 1755 h 5443"/>
                <a:gd name="T72" fmla="*/ 3803 w 4510"/>
                <a:gd name="T73" fmla="*/ 2262 h 5443"/>
                <a:gd name="T74" fmla="*/ 4171 w 4510"/>
                <a:gd name="T75" fmla="*/ 2843 h 5443"/>
                <a:gd name="T76" fmla="*/ 4423 w 4510"/>
                <a:gd name="T77" fmla="*/ 3453 h 5443"/>
                <a:gd name="T78" fmla="*/ 4510 w 4510"/>
                <a:gd name="T79" fmla="*/ 4050 h 5443"/>
                <a:gd name="T80" fmla="*/ 4393 w 4510"/>
                <a:gd name="T81" fmla="*/ 4591 h 5443"/>
                <a:gd name="T82" fmla="*/ 4026 w 4510"/>
                <a:gd name="T83" fmla="*/ 5033 h 5443"/>
                <a:gd name="T84" fmla="*/ 3366 w 4510"/>
                <a:gd name="T85" fmla="*/ 5333 h 5443"/>
                <a:gd name="T86" fmla="*/ 2369 w 4510"/>
                <a:gd name="T87" fmla="*/ 5443 h 5443"/>
                <a:gd name="T88" fmla="*/ 1255 w 4510"/>
                <a:gd name="T89" fmla="*/ 5341 h 5443"/>
                <a:gd name="T90" fmla="*/ 536 w 4510"/>
                <a:gd name="T91" fmla="*/ 5038 h 5443"/>
                <a:gd name="T92" fmla="*/ 134 w 4510"/>
                <a:gd name="T93" fmla="*/ 4578 h 5443"/>
                <a:gd name="T94" fmla="*/ 0 w 4510"/>
                <a:gd name="T95" fmla="*/ 4011 h 5443"/>
                <a:gd name="T96" fmla="*/ 86 w 4510"/>
                <a:gd name="T97" fmla="*/ 3385 h 5443"/>
                <a:gd name="T98" fmla="*/ 341 w 4510"/>
                <a:gd name="T99" fmla="*/ 2750 h 5443"/>
                <a:gd name="T100" fmla="*/ 718 w 4510"/>
                <a:gd name="T101" fmla="*/ 2156 h 5443"/>
                <a:gd name="T102" fmla="*/ 1166 w 4510"/>
                <a:gd name="T103" fmla="*/ 1651 h 5443"/>
                <a:gd name="T104" fmla="*/ 1635 w 4510"/>
                <a:gd name="T105" fmla="*/ 1286 h 5443"/>
                <a:gd name="T106" fmla="*/ 1476 w 4510"/>
                <a:gd name="T107" fmla="*/ 953 h 5443"/>
                <a:gd name="T108" fmla="*/ 1209 w 4510"/>
                <a:gd name="T109" fmla="*/ 505 h 5443"/>
                <a:gd name="T110" fmla="*/ 1161 w 4510"/>
                <a:gd name="T111" fmla="*/ 134 h 5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510" h="5443">
                  <a:moveTo>
                    <a:pt x="2230" y="2164"/>
                  </a:moveTo>
                  <a:lnTo>
                    <a:pt x="2201" y="2167"/>
                  </a:lnTo>
                  <a:lnTo>
                    <a:pt x="2173" y="2179"/>
                  </a:lnTo>
                  <a:lnTo>
                    <a:pt x="2146" y="2197"/>
                  </a:lnTo>
                  <a:lnTo>
                    <a:pt x="2128" y="2219"/>
                  </a:lnTo>
                  <a:lnTo>
                    <a:pt x="2113" y="2242"/>
                  </a:lnTo>
                  <a:lnTo>
                    <a:pt x="2105" y="2268"/>
                  </a:lnTo>
                  <a:lnTo>
                    <a:pt x="2101" y="2297"/>
                  </a:lnTo>
                  <a:lnTo>
                    <a:pt x="2101" y="2445"/>
                  </a:lnTo>
                  <a:lnTo>
                    <a:pt x="2035" y="2457"/>
                  </a:lnTo>
                  <a:lnTo>
                    <a:pt x="1971" y="2475"/>
                  </a:lnTo>
                  <a:lnTo>
                    <a:pt x="1908" y="2498"/>
                  </a:lnTo>
                  <a:lnTo>
                    <a:pt x="1848" y="2528"/>
                  </a:lnTo>
                  <a:lnTo>
                    <a:pt x="1792" y="2563"/>
                  </a:lnTo>
                  <a:lnTo>
                    <a:pt x="1741" y="2606"/>
                  </a:lnTo>
                  <a:lnTo>
                    <a:pt x="1698" y="2651"/>
                  </a:lnTo>
                  <a:lnTo>
                    <a:pt x="1660" y="2702"/>
                  </a:lnTo>
                  <a:lnTo>
                    <a:pt x="1630" y="2756"/>
                  </a:lnTo>
                  <a:lnTo>
                    <a:pt x="1612" y="2803"/>
                  </a:lnTo>
                  <a:lnTo>
                    <a:pt x="1600" y="2851"/>
                  </a:lnTo>
                  <a:lnTo>
                    <a:pt x="1592" y="2900"/>
                  </a:lnTo>
                  <a:lnTo>
                    <a:pt x="1591" y="2950"/>
                  </a:lnTo>
                  <a:lnTo>
                    <a:pt x="1594" y="3000"/>
                  </a:lnTo>
                  <a:lnTo>
                    <a:pt x="1600" y="3048"/>
                  </a:lnTo>
                  <a:lnTo>
                    <a:pt x="1614" y="3096"/>
                  </a:lnTo>
                  <a:lnTo>
                    <a:pt x="1632" y="3142"/>
                  </a:lnTo>
                  <a:lnTo>
                    <a:pt x="1655" y="3183"/>
                  </a:lnTo>
                  <a:lnTo>
                    <a:pt x="1683" y="3220"/>
                  </a:lnTo>
                  <a:lnTo>
                    <a:pt x="1715" y="3254"/>
                  </a:lnTo>
                  <a:lnTo>
                    <a:pt x="1751" y="3284"/>
                  </a:lnTo>
                  <a:lnTo>
                    <a:pt x="1802" y="3321"/>
                  </a:lnTo>
                  <a:lnTo>
                    <a:pt x="1858" y="3352"/>
                  </a:lnTo>
                  <a:lnTo>
                    <a:pt x="1918" y="3379"/>
                  </a:lnTo>
                  <a:lnTo>
                    <a:pt x="1977" y="3400"/>
                  </a:lnTo>
                  <a:lnTo>
                    <a:pt x="2040" y="3420"/>
                  </a:lnTo>
                  <a:lnTo>
                    <a:pt x="2101" y="3436"/>
                  </a:lnTo>
                  <a:lnTo>
                    <a:pt x="2101" y="3966"/>
                  </a:lnTo>
                  <a:lnTo>
                    <a:pt x="2055" y="3951"/>
                  </a:lnTo>
                  <a:lnTo>
                    <a:pt x="2010" y="3930"/>
                  </a:lnTo>
                  <a:lnTo>
                    <a:pt x="1969" y="3905"/>
                  </a:lnTo>
                  <a:lnTo>
                    <a:pt x="1931" y="3873"/>
                  </a:lnTo>
                  <a:lnTo>
                    <a:pt x="1898" y="3837"/>
                  </a:lnTo>
                  <a:lnTo>
                    <a:pt x="1872" y="3797"/>
                  </a:lnTo>
                  <a:lnTo>
                    <a:pt x="1852" y="3754"/>
                  </a:lnTo>
                  <a:lnTo>
                    <a:pt x="1843" y="3731"/>
                  </a:lnTo>
                  <a:lnTo>
                    <a:pt x="1837" y="3708"/>
                  </a:lnTo>
                  <a:lnTo>
                    <a:pt x="1824" y="3680"/>
                  </a:lnTo>
                  <a:lnTo>
                    <a:pt x="1805" y="3655"/>
                  </a:lnTo>
                  <a:lnTo>
                    <a:pt x="1781" y="3635"/>
                  </a:lnTo>
                  <a:lnTo>
                    <a:pt x="1753" y="3622"/>
                  </a:lnTo>
                  <a:lnTo>
                    <a:pt x="1723" y="3617"/>
                  </a:lnTo>
                  <a:lnTo>
                    <a:pt x="1690" y="3617"/>
                  </a:lnTo>
                  <a:lnTo>
                    <a:pt x="1660" y="3625"/>
                  </a:lnTo>
                  <a:lnTo>
                    <a:pt x="1634" y="3640"/>
                  </a:lnTo>
                  <a:lnTo>
                    <a:pt x="1610" y="3662"/>
                  </a:lnTo>
                  <a:lnTo>
                    <a:pt x="1592" y="3688"/>
                  </a:lnTo>
                  <a:lnTo>
                    <a:pt x="1582" y="3711"/>
                  </a:lnTo>
                  <a:lnTo>
                    <a:pt x="1577" y="3738"/>
                  </a:lnTo>
                  <a:lnTo>
                    <a:pt x="1577" y="3762"/>
                  </a:lnTo>
                  <a:lnTo>
                    <a:pt x="1581" y="3786"/>
                  </a:lnTo>
                  <a:lnTo>
                    <a:pt x="1587" y="3809"/>
                  </a:lnTo>
                  <a:lnTo>
                    <a:pt x="1604" y="3857"/>
                  </a:lnTo>
                  <a:lnTo>
                    <a:pt x="1632" y="3916"/>
                  </a:lnTo>
                  <a:lnTo>
                    <a:pt x="1665" y="3973"/>
                  </a:lnTo>
                  <a:lnTo>
                    <a:pt x="1705" y="4024"/>
                  </a:lnTo>
                  <a:lnTo>
                    <a:pt x="1751" y="4070"/>
                  </a:lnTo>
                  <a:lnTo>
                    <a:pt x="1801" y="4113"/>
                  </a:lnTo>
                  <a:lnTo>
                    <a:pt x="1853" y="4148"/>
                  </a:lnTo>
                  <a:lnTo>
                    <a:pt x="1911" y="4179"/>
                  </a:lnTo>
                  <a:lnTo>
                    <a:pt x="1971" y="4206"/>
                  </a:lnTo>
                  <a:lnTo>
                    <a:pt x="2032" y="4226"/>
                  </a:lnTo>
                  <a:lnTo>
                    <a:pt x="2101" y="4241"/>
                  </a:lnTo>
                  <a:lnTo>
                    <a:pt x="2101" y="4396"/>
                  </a:lnTo>
                  <a:lnTo>
                    <a:pt x="2105" y="4428"/>
                  </a:lnTo>
                  <a:lnTo>
                    <a:pt x="2115" y="4456"/>
                  </a:lnTo>
                  <a:lnTo>
                    <a:pt x="2131" y="4481"/>
                  </a:lnTo>
                  <a:lnTo>
                    <a:pt x="2153" y="4502"/>
                  </a:lnTo>
                  <a:lnTo>
                    <a:pt x="2179" y="4519"/>
                  </a:lnTo>
                  <a:lnTo>
                    <a:pt x="2209" y="4528"/>
                  </a:lnTo>
                  <a:lnTo>
                    <a:pt x="2239" y="4530"/>
                  </a:lnTo>
                  <a:lnTo>
                    <a:pt x="2270" y="4525"/>
                  </a:lnTo>
                  <a:lnTo>
                    <a:pt x="2298" y="4515"/>
                  </a:lnTo>
                  <a:lnTo>
                    <a:pt x="2323" y="4497"/>
                  </a:lnTo>
                  <a:lnTo>
                    <a:pt x="2343" y="4476"/>
                  </a:lnTo>
                  <a:lnTo>
                    <a:pt x="2356" y="4452"/>
                  </a:lnTo>
                  <a:lnTo>
                    <a:pt x="2366" y="4424"/>
                  </a:lnTo>
                  <a:lnTo>
                    <a:pt x="2369" y="4396"/>
                  </a:lnTo>
                  <a:lnTo>
                    <a:pt x="2369" y="4254"/>
                  </a:lnTo>
                  <a:lnTo>
                    <a:pt x="2435" y="4246"/>
                  </a:lnTo>
                  <a:lnTo>
                    <a:pt x="2503" y="4234"/>
                  </a:lnTo>
                  <a:lnTo>
                    <a:pt x="2568" y="4214"/>
                  </a:lnTo>
                  <a:lnTo>
                    <a:pt x="2630" y="4189"/>
                  </a:lnTo>
                  <a:lnTo>
                    <a:pt x="2690" y="4160"/>
                  </a:lnTo>
                  <a:lnTo>
                    <a:pt x="2746" y="4120"/>
                  </a:lnTo>
                  <a:lnTo>
                    <a:pt x="2794" y="4078"/>
                  </a:lnTo>
                  <a:lnTo>
                    <a:pt x="2837" y="4030"/>
                  </a:lnTo>
                  <a:lnTo>
                    <a:pt x="2872" y="3978"/>
                  </a:lnTo>
                  <a:lnTo>
                    <a:pt x="2900" y="3920"/>
                  </a:lnTo>
                  <a:lnTo>
                    <a:pt x="2920" y="3858"/>
                  </a:lnTo>
                  <a:lnTo>
                    <a:pt x="2931" y="3796"/>
                  </a:lnTo>
                  <a:lnTo>
                    <a:pt x="2935" y="3738"/>
                  </a:lnTo>
                  <a:lnTo>
                    <a:pt x="2930" y="3678"/>
                  </a:lnTo>
                  <a:lnTo>
                    <a:pt x="2920" y="3620"/>
                  </a:lnTo>
                  <a:lnTo>
                    <a:pt x="2902" y="3564"/>
                  </a:lnTo>
                  <a:lnTo>
                    <a:pt x="2877" y="3511"/>
                  </a:lnTo>
                  <a:lnTo>
                    <a:pt x="2878" y="3514"/>
                  </a:lnTo>
                  <a:lnTo>
                    <a:pt x="2882" y="3518"/>
                  </a:lnTo>
                  <a:lnTo>
                    <a:pt x="2883" y="3521"/>
                  </a:lnTo>
                  <a:lnTo>
                    <a:pt x="2885" y="3524"/>
                  </a:lnTo>
                  <a:lnTo>
                    <a:pt x="2887" y="3527"/>
                  </a:lnTo>
                  <a:lnTo>
                    <a:pt x="2887" y="3527"/>
                  </a:lnTo>
                  <a:lnTo>
                    <a:pt x="2887" y="3529"/>
                  </a:lnTo>
                  <a:lnTo>
                    <a:pt x="2887" y="3527"/>
                  </a:lnTo>
                  <a:lnTo>
                    <a:pt x="2885" y="3526"/>
                  </a:lnTo>
                  <a:lnTo>
                    <a:pt x="2883" y="3523"/>
                  </a:lnTo>
                  <a:lnTo>
                    <a:pt x="2880" y="3516"/>
                  </a:lnTo>
                  <a:lnTo>
                    <a:pt x="2877" y="3509"/>
                  </a:lnTo>
                  <a:lnTo>
                    <a:pt x="2872" y="3503"/>
                  </a:lnTo>
                  <a:lnTo>
                    <a:pt x="2869" y="3496"/>
                  </a:lnTo>
                  <a:lnTo>
                    <a:pt x="2867" y="3493"/>
                  </a:lnTo>
                  <a:lnTo>
                    <a:pt x="2865" y="3491"/>
                  </a:lnTo>
                  <a:lnTo>
                    <a:pt x="2865" y="3489"/>
                  </a:lnTo>
                  <a:lnTo>
                    <a:pt x="2865" y="3491"/>
                  </a:lnTo>
                  <a:lnTo>
                    <a:pt x="2867" y="3491"/>
                  </a:lnTo>
                  <a:lnTo>
                    <a:pt x="2869" y="3494"/>
                  </a:lnTo>
                  <a:lnTo>
                    <a:pt x="2870" y="3498"/>
                  </a:lnTo>
                  <a:lnTo>
                    <a:pt x="2872" y="3501"/>
                  </a:lnTo>
                  <a:lnTo>
                    <a:pt x="2874" y="3504"/>
                  </a:lnTo>
                  <a:lnTo>
                    <a:pt x="2877" y="3509"/>
                  </a:lnTo>
                  <a:lnTo>
                    <a:pt x="2847" y="3466"/>
                  </a:lnTo>
                  <a:lnTo>
                    <a:pt x="2814" y="3427"/>
                  </a:lnTo>
                  <a:lnTo>
                    <a:pt x="2776" y="3392"/>
                  </a:lnTo>
                  <a:lnTo>
                    <a:pt x="2735" y="3362"/>
                  </a:lnTo>
                  <a:lnTo>
                    <a:pt x="2692" y="3334"/>
                  </a:lnTo>
                  <a:lnTo>
                    <a:pt x="2645" y="3311"/>
                  </a:lnTo>
                  <a:lnTo>
                    <a:pt x="2597" y="3291"/>
                  </a:lnTo>
                  <a:lnTo>
                    <a:pt x="2523" y="3264"/>
                  </a:lnTo>
                  <a:lnTo>
                    <a:pt x="2445" y="3241"/>
                  </a:lnTo>
                  <a:lnTo>
                    <a:pt x="2369" y="3223"/>
                  </a:lnTo>
                  <a:lnTo>
                    <a:pt x="2369" y="2715"/>
                  </a:lnTo>
                  <a:lnTo>
                    <a:pt x="2417" y="2727"/>
                  </a:lnTo>
                  <a:lnTo>
                    <a:pt x="2465" y="2742"/>
                  </a:lnTo>
                  <a:lnTo>
                    <a:pt x="2510" y="2761"/>
                  </a:lnTo>
                  <a:lnTo>
                    <a:pt x="2553" y="2788"/>
                  </a:lnTo>
                  <a:lnTo>
                    <a:pt x="2587" y="2818"/>
                  </a:lnTo>
                  <a:lnTo>
                    <a:pt x="2616" y="2854"/>
                  </a:lnTo>
                  <a:lnTo>
                    <a:pt x="2627" y="2874"/>
                  </a:lnTo>
                  <a:lnTo>
                    <a:pt x="2637" y="2895"/>
                  </a:lnTo>
                  <a:lnTo>
                    <a:pt x="2645" y="2919"/>
                  </a:lnTo>
                  <a:lnTo>
                    <a:pt x="2652" y="2940"/>
                  </a:lnTo>
                  <a:lnTo>
                    <a:pt x="2667" y="2968"/>
                  </a:lnTo>
                  <a:lnTo>
                    <a:pt x="2687" y="2991"/>
                  </a:lnTo>
                  <a:lnTo>
                    <a:pt x="2711" y="3010"/>
                  </a:lnTo>
                  <a:lnTo>
                    <a:pt x="2740" y="3021"/>
                  </a:lnTo>
                  <a:lnTo>
                    <a:pt x="2771" y="3026"/>
                  </a:lnTo>
                  <a:lnTo>
                    <a:pt x="2802" y="3025"/>
                  </a:lnTo>
                  <a:lnTo>
                    <a:pt x="2832" y="3015"/>
                  </a:lnTo>
                  <a:lnTo>
                    <a:pt x="2859" y="2998"/>
                  </a:lnTo>
                  <a:lnTo>
                    <a:pt x="2880" y="2977"/>
                  </a:lnTo>
                  <a:lnTo>
                    <a:pt x="2898" y="2948"/>
                  </a:lnTo>
                  <a:lnTo>
                    <a:pt x="2907" y="2925"/>
                  </a:lnTo>
                  <a:lnTo>
                    <a:pt x="2910" y="2899"/>
                  </a:lnTo>
                  <a:lnTo>
                    <a:pt x="2908" y="2872"/>
                  </a:lnTo>
                  <a:lnTo>
                    <a:pt x="2903" y="2849"/>
                  </a:lnTo>
                  <a:lnTo>
                    <a:pt x="2897" y="2824"/>
                  </a:lnTo>
                  <a:lnTo>
                    <a:pt x="2877" y="2776"/>
                  </a:lnTo>
                  <a:lnTo>
                    <a:pt x="2849" y="2720"/>
                  </a:lnTo>
                  <a:lnTo>
                    <a:pt x="2812" y="2669"/>
                  </a:lnTo>
                  <a:lnTo>
                    <a:pt x="2771" y="2622"/>
                  </a:lnTo>
                  <a:lnTo>
                    <a:pt x="2721" y="2579"/>
                  </a:lnTo>
                  <a:lnTo>
                    <a:pt x="2667" y="2541"/>
                  </a:lnTo>
                  <a:lnTo>
                    <a:pt x="2609" y="2512"/>
                  </a:lnTo>
                  <a:lnTo>
                    <a:pt x="2548" y="2487"/>
                  </a:lnTo>
                  <a:lnTo>
                    <a:pt x="2485" y="2467"/>
                  </a:lnTo>
                  <a:lnTo>
                    <a:pt x="2421" y="2452"/>
                  </a:lnTo>
                  <a:lnTo>
                    <a:pt x="2369" y="2444"/>
                  </a:lnTo>
                  <a:lnTo>
                    <a:pt x="2369" y="2297"/>
                  </a:lnTo>
                  <a:lnTo>
                    <a:pt x="2366" y="2267"/>
                  </a:lnTo>
                  <a:lnTo>
                    <a:pt x="2354" y="2239"/>
                  </a:lnTo>
                  <a:lnTo>
                    <a:pt x="2338" y="2212"/>
                  </a:lnTo>
                  <a:lnTo>
                    <a:pt x="2316" y="2192"/>
                  </a:lnTo>
                  <a:lnTo>
                    <a:pt x="2292" y="2176"/>
                  </a:lnTo>
                  <a:lnTo>
                    <a:pt x="2262" y="2166"/>
                  </a:lnTo>
                  <a:lnTo>
                    <a:pt x="2230" y="2164"/>
                  </a:lnTo>
                  <a:close/>
                  <a:moveTo>
                    <a:pt x="1346" y="0"/>
                  </a:moveTo>
                  <a:lnTo>
                    <a:pt x="1389" y="2"/>
                  </a:lnTo>
                  <a:lnTo>
                    <a:pt x="1433" y="10"/>
                  </a:lnTo>
                  <a:lnTo>
                    <a:pt x="1480" y="23"/>
                  </a:lnTo>
                  <a:lnTo>
                    <a:pt x="1528" y="40"/>
                  </a:lnTo>
                  <a:lnTo>
                    <a:pt x="1577" y="58"/>
                  </a:lnTo>
                  <a:lnTo>
                    <a:pt x="1627" y="79"/>
                  </a:lnTo>
                  <a:lnTo>
                    <a:pt x="1680" y="103"/>
                  </a:lnTo>
                  <a:lnTo>
                    <a:pt x="1731" y="126"/>
                  </a:lnTo>
                  <a:lnTo>
                    <a:pt x="1784" y="147"/>
                  </a:lnTo>
                  <a:lnTo>
                    <a:pt x="1837" y="167"/>
                  </a:lnTo>
                  <a:lnTo>
                    <a:pt x="1891" y="185"/>
                  </a:lnTo>
                  <a:lnTo>
                    <a:pt x="1944" y="199"/>
                  </a:lnTo>
                  <a:lnTo>
                    <a:pt x="1999" y="207"/>
                  </a:lnTo>
                  <a:lnTo>
                    <a:pt x="2052" y="212"/>
                  </a:lnTo>
                  <a:lnTo>
                    <a:pt x="2106" y="208"/>
                  </a:lnTo>
                  <a:lnTo>
                    <a:pt x="2153" y="200"/>
                  </a:lnTo>
                  <a:lnTo>
                    <a:pt x="2206" y="189"/>
                  </a:lnTo>
                  <a:lnTo>
                    <a:pt x="2263" y="174"/>
                  </a:lnTo>
                  <a:lnTo>
                    <a:pt x="2323" y="157"/>
                  </a:lnTo>
                  <a:lnTo>
                    <a:pt x="2387" y="139"/>
                  </a:lnTo>
                  <a:lnTo>
                    <a:pt x="2452" y="121"/>
                  </a:lnTo>
                  <a:lnTo>
                    <a:pt x="2520" y="103"/>
                  </a:lnTo>
                  <a:lnTo>
                    <a:pt x="2587" y="83"/>
                  </a:lnTo>
                  <a:lnTo>
                    <a:pt x="2655" y="66"/>
                  </a:lnTo>
                  <a:lnTo>
                    <a:pt x="2721" y="50"/>
                  </a:lnTo>
                  <a:lnTo>
                    <a:pt x="2786" y="35"/>
                  </a:lnTo>
                  <a:lnTo>
                    <a:pt x="2849" y="25"/>
                  </a:lnTo>
                  <a:lnTo>
                    <a:pt x="2908" y="17"/>
                  </a:lnTo>
                  <a:lnTo>
                    <a:pt x="2964" y="13"/>
                  </a:lnTo>
                  <a:lnTo>
                    <a:pt x="3016" y="13"/>
                  </a:lnTo>
                  <a:lnTo>
                    <a:pt x="3060" y="18"/>
                  </a:lnTo>
                  <a:lnTo>
                    <a:pt x="3079" y="26"/>
                  </a:lnTo>
                  <a:lnTo>
                    <a:pt x="3093" y="43"/>
                  </a:lnTo>
                  <a:lnTo>
                    <a:pt x="3103" y="65"/>
                  </a:lnTo>
                  <a:lnTo>
                    <a:pt x="3110" y="93"/>
                  </a:lnTo>
                  <a:lnTo>
                    <a:pt x="3112" y="127"/>
                  </a:lnTo>
                  <a:lnTo>
                    <a:pt x="3108" y="167"/>
                  </a:lnTo>
                  <a:lnTo>
                    <a:pt x="3103" y="210"/>
                  </a:lnTo>
                  <a:lnTo>
                    <a:pt x="3093" y="260"/>
                  </a:lnTo>
                  <a:lnTo>
                    <a:pt x="3080" y="311"/>
                  </a:lnTo>
                  <a:lnTo>
                    <a:pt x="3062" y="366"/>
                  </a:lnTo>
                  <a:lnTo>
                    <a:pt x="3042" y="424"/>
                  </a:lnTo>
                  <a:lnTo>
                    <a:pt x="3019" y="485"/>
                  </a:lnTo>
                  <a:lnTo>
                    <a:pt x="2993" y="546"/>
                  </a:lnTo>
                  <a:lnTo>
                    <a:pt x="2963" y="609"/>
                  </a:lnTo>
                  <a:lnTo>
                    <a:pt x="2931" y="672"/>
                  </a:lnTo>
                  <a:lnTo>
                    <a:pt x="2897" y="736"/>
                  </a:lnTo>
                  <a:lnTo>
                    <a:pt x="2860" y="799"/>
                  </a:lnTo>
                  <a:lnTo>
                    <a:pt x="2821" y="860"/>
                  </a:lnTo>
                  <a:lnTo>
                    <a:pt x="2778" y="922"/>
                  </a:lnTo>
                  <a:lnTo>
                    <a:pt x="2735" y="979"/>
                  </a:lnTo>
                  <a:lnTo>
                    <a:pt x="2688" y="1036"/>
                  </a:lnTo>
                  <a:lnTo>
                    <a:pt x="2640" y="1089"/>
                  </a:lnTo>
                  <a:lnTo>
                    <a:pt x="2591" y="1138"/>
                  </a:lnTo>
                  <a:lnTo>
                    <a:pt x="2540" y="1185"/>
                  </a:lnTo>
                  <a:lnTo>
                    <a:pt x="2606" y="1214"/>
                  </a:lnTo>
                  <a:lnTo>
                    <a:pt x="2673" y="1246"/>
                  </a:lnTo>
                  <a:lnTo>
                    <a:pt x="2741" y="1284"/>
                  </a:lnTo>
                  <a:lnTo>
                    <a:pt x="2809" y="1324"/>
                  </a:lnTo>
                  <a:lnTo>
                    <a:pt x="2878" y="1367"/>
                  </a:lnTo>
                  <a:lnTo>
                    <a:pt x="2946" y="1413"/>
                  </a:lnTo>
                  <a:lnTo>
                    <a:pt x="3016" y="1463"/>
                  </a:lnTo>
                  <a:lnTo>
                    <a:pt x="3084" y="1516"/>
                  </a:lnTo>
                  <a:lnTo>
                    <a:pt x="3153" y="1572"/>
                  </a:lnTo>
                  <a:lnTo>
                    <a:pt x="3221" y="1631"/>
                  </a:lnTo>
                  <a:lnTo>
                    <a:pt x="3289" y="1693"/>
                  </a:lnTo>
                  <a:lnTo>
                    <a:pt x="3356" y="1755"/>
                  </a:lnTo>
                  <a:lnTo>
                    <a:pt x="3422" y="1822"/>
                  </a:lnTo>
                  <a:lnTo>
                    <a:pt x="3489" y="1891"/>
                  </a:lnTo>
                  <a:lnTo>
                    <a:pt x="3553" y="1961"/>
                  </a:lnTo>
                  <a:lnTo>
                    <a:pt x="3618" y="2033"/>
                  </a:lnTo>
                  <a:lnTo>
                    <a:pt x="3680" y="2108"/>
                  </a:lnTo>
                  <a:lnTo>
                    <a:pt x="3742" y="2184"/>
                  </a:lnTo>
                  <a:lnTo>
                    <a:pt x="3803" y="2262"/>
                  </a:lnTo>
                  <a:lnTo>
                    <a:pt x="3861" y="2341"/>
                  </a:lnTo>
                  <a:lnTo>
                    <a:pt x="3917" y="2422"/>
                  </a:lnTo>
                  <a:lnTo>
                    <a:pt x="3973" y="2505"/>
                  </a:lnTo>
                  <a:lnTo>
                    <a:pt x="4026" y="2588"/>
                  </a:lnTo>
                  <a:lnTo>
                    <a:pt x="4077" y="2672"/>
                  </a:lnTo>
                  <a:lnTo>
                    <a:pt x="4125" y="2756"/>
                  </a:lnTo>
                  <a:lnTo>
                    <a:pt x="4171" y="2843"/>
                  </a:lnTo>
                  <a:lnTo>
                    <a:pt x="4216" y="2929"/>
                  </a:lnTo>
                  <a:lnTo>
                    <a:pt x="4257" y="3016"/>
                  </a:lnTo>
                  <a:lnTo>
                    <a:pt x="4297" y="3102"/>
                  </a:lnTo>
                  <a:lnTo>
                    <a:pt x="4333" y="3190"/>
                  </a:lnTo>
                  <a:lnTo>
                    <a:pt x="4367" y="3278"/>
                  </a:lnTo>
                  <a:lnTo>
                    <a:pt x="4396" y="3365"/>
                  </a:lnTo>
                  <a:lnTo>
                    <a:pt x="4423" y="3453"/>
                  </a:lnTo>
                  <a:lnTo>
                    <a:pt x="4446" y="3541"/>
                  </a:lnTo>
                  <a:lnTo>
                    <a:pt x="4467" y="3627"/>
                  </a:lnTo>
                  <a:lnTo>
                    <a:pt x="4484" y="3713"/>
                  </a:lnTo>
                  <a:lnTo>
                    <a:pt x="4495" y="3799"/>
                  </a:lnTo>
                  <a:lnTo>
                    <a:pt x="4505" y="3883"/>
                  </a:lnTo>
                  <a:lnTo>
                    <a:pt x="4510" y="3968"/>
                  </a:lnTo>
                  <a:lnTo>
                    <a:pt x="4510" y="4050"/>
                  </a:lnTo>
                  <a:lnTo>
                    <a:pt x="4509" y="4133"/>
                  </a:lnTo>
                  <a:lnTo>
                    <a:pt x="4500" y="4212"/>
                  </a:lnTo>
                  <a:lnTo>
                    <a:pt x="4489" y="4292"/>
                  </a:lnTo>
                  <a:lnTo>
                    <a:pt x="4472" y="4370"/>
                  </a:lnTo>
                  <a:lnTo>
                    <a:pt x="4451" y="4446"/>
                  </a:lnTo>
                  <a:lnTo>
                    <a:pt x="4424" y="4520"/>
                  </a:lnTo>
                  <a:lnTo>
                    <a:pt x="4393" y="4591"/>
                  </a:lnTo>
                  <a:lnTo>
                    <a:pt x="4357" y="4663"/>
                  </a:lnTo>
                  <a:lnTo>
                    <a:pt x="4315" y="4730"/>
                  </a:lnTo>
                  <a:lnTo>
                    <a:pt x="4269" y="4797"/>
                  </a:lnTo>
                  <a:lnTo>
                    <a:pt x="4216" y="4859"/>
                  </a:lnTo>
                  <a:lnTo>
                    <a:pt x="4158" y="4921"/>
                  </a:lnTo>
                  <a:lnTo>
                    <a:pt x="4095" y="4979"/>
                  </a:lnTo>
                  <a:lnTo>
                    <a:pt x="4026" y="5033"/>
                  </a:lnTo>
                  <a:lnTo>
                    <a:pt x="3950" y="5086"/>
                  </a:lnTo>
                  <a:lnTo>
                    <a:pt x="3869" y="5136"/>
                  </a:lnTo>
                  <a:lnTo>
                    <a:pt x="3781" y="5182"/>
                  </a:lnTo>
                  <a:lnTo>
                    <a:pt x="3687" y="5225"/>
                  </a:lnTo>
                  <a:lnTo>
                    <a:pt x="3586" y="5263"/>
                  </a:lnTo>
                  <a:lnTo>
                    <a:pt x="3480" y="5300"/>
                  </a:lnTo>
                  <a:lnTo>
                    <a:pt x="3366" y="5333"/>
                  </a:lnTo>
                  <a:lnTo>
                    <a:pt x="3246" y="5361"/>
                  </a:lnTo>
                  <a:lnTo>
                    <a:pt x="3117" y="5386"/>
                  </a:lnTo>
                  <a:lnTo>
                    <a:pt x="2983" y="5405"/>
                  </a:lnTo>
                  <a:lnTo>
                    <a:pt x="2840" y="5422"/>
                  </a:lnTo>
                  <a:lnTo>
                    <a:pt x="2692" y="5434"/>
                  </a:lnTo>
                  <a:lnTo>
                    <a:pt x="2535" y="5442"/>
                  </a:lnTo>
                  <a:lnTo>
                    <a:pt x="2369" y="5443"/>
                  </a:lnTo>
                  <a:lnTo>
                    <a:pt x="2197" y="5442"/>
                  </a:lnTo>
                  <a:lnTo>
                    <a:pt x="2017" y="5435"/>
                  </a:lnTo>
                  <a:lnTo>
                    <a:pt x="1829" y="5424"/>
                  </a:lnTo>
                  <a:lnTo>
                    <a:pt x="1673" y="5410"/>
                  </a:lnTo>
                  <a:lnTo>
                    <a:pt x="1526" y="5392"/>
                  </a:lnTo>
                  <a:lnTo>
                    <a:pt x="1387" y="5369"/>
                  </a:lnTo>
                  <a:lnTo>
                    <a:pt x="1255" y="5341"/>
                  </a:lnTo>
                  <a:lnTo>
                    <a:pt x="1131" y="5309"/>
                  </a:lnTo>
                  <a:lnTo>
                    <a:pt x="1015" y="5273"/>
                  </a:lnTo>
                  <a:lnTo>
                    <a:pt x="904" y="5233"/>
                  </a:lnTo>
                  <a:lnTo>
                    <a:pt x="802" y="5190"/>
                  </a:lnTo>
                  <a:lnTo>
                    <a:pt x="706" y="5142"/>
                  </a:lnTo>
                  <a:lnTo>
                    <a:pt x="618" y="5093"/>
                  </a:lnTo>
                  <a:lnTo>
                    <a:pt x="536" y="5038"/>
                  </a:lnTo>
                  <a:lnTo>
                    <a:pt x="460" y="4982"/>
                  </a:lnTo>
                  <a:lnTo>
                    <a:pt x="390" y="4921"/>
                  </a:lnTo>
                  <a:lnTo>
                    <a:pt x="327" y="4858"/>
                  </a:lnTo>
                  <a:lnTo>
                    <a:pt x="269" y="4792"/>
                  </a:lnTo>
                  <a:lnTo>
                    <a:pt x="218" y="4724"/>
                  </a:lnTo>
                  <a:lnTo>
                    <a:pt x="174" y="4653"/>
                  </a:lnTo>
                  <a:lnTo>
                    <a:pt x="134" y="4578"/>
                  </a:lnTo>
                  <a:lnTo>
                    <a:pt x="99" y="4504"/>
                  </a:lnTo>
                  <a:lnTo>
                    <a:pt x="69" y="4426"/>
                  </a:lnTo>
                  <a:lnTo>
                    <a:pt x="46" y="4345"/>
                  </a:lnTo>
                  <a:lnTo>
                    <a:pt x="26" y="4264"/>
                  </a:lnTo>
                  <a:lnTo>
                    <a:pt x="13" y="4181"/>
                  </a:lnTo>
                  <a:lnTo>
                    <a:pt x="5" y="4097"/>
                  </a:lnTo>
                  <a:lnTo>
                    <a:pt x="0" y="4011"/>
                  </a:lnTo>
                  <a:lnTo>
                    <a:pt x="0" y="3925"/>
                  </a:lnTo>
                  <a:lnTo>
                    <a:pt x="3" y="3835"/>
                  </a:lnTo>
                  <a:lnTo>
                    <a:pt x="13" y="3748"/>
                  </a:lnTo>
                  <a:lnTo>
                    <a:pt x="25" y="3657"/>
                  </a:lnTo>
                  <a:lnTo>
                    <a:pt x="41" y="3567"/>
                  </a:lnTo>
                  <a:lnTo>
                    <a:pt x="61" y="3476"/>
                  </a:lnTo>
                  <a:lnTo>
                    <a:pt x="86" y="3385"/>
                  </a:lnTo>
                  <a:lnTo>
                    <a:pt x="112" y="3294"/>
                  </a:lnTo>
                  <a:lnTo>
                    <a:pt x="144" y="3203"/>
                  </a:lnTo>
                  <a:lnTo>
                    <a:pt x="177" y="3111"/>
                  </a:lnTo>
                  <a:lnTo>
                    <a:pt x="215" y="3020"/>
                  </a:lnTo>
                  <a:lnTo>
                    <a:pt x="255" y="2930"/>
                  </a:lnTo>
                  <a:lnTo>
                    <a:pt x="296" y="2839"/>
                  </a:lnTo>
                  <a:lnTo>
                    <a:pt x="341" y="2750"/>
                  </a:lnTo>
                  <a:lnTo>
                    <a:pt x="389" y="2662"/>
                  </a:lnTo>
                  <a:lnTo>
                    <a:pt x="438" y="2574"/>
                  </a:lnTo>
                  <a:lnTo>
                    <a:pt x="491" y="2487"/>
                  </a:lnTo>
                  <a:lnTo>
                    <a:pt x="546" y="2402"/>
                  </a:lnTo>
                  <a:lnTo>
                    <a:pt x="600" y="2318"/>
                  </a:lnTo>
                  <a:lnTo>
                    <a:pt x="658" y="2237"/>
                  </a:lnTo>
                  <a:lnTo>
                    <a:pt x="718" y="2156"/>
                  </a:lnTo>
                  <a:lnTo>
                    <a:pt x="779" y="2076"/>
                  </a:lnTo>
                  <a:lnTo>
                    <a:pt x="840" y="2000"/>
                  </a:lnTo>
                  <a:lnTo>
                    <a:pt x="904" y="1926"/>
                  </a:lnTo>
                  <a:lnTo>
                    <a:pt x="969" y="1853"/>
                  </a:lnTo>
                  <a:lnTo>
                    <a:pt x="1033" y="1784"/>
                  </a:lnTo>
                  <a:lnTo>
                    <a:pt x="1099" y="1716"/>
                  </a:lnTo>
                  <a:lnTo>
                    <a:pt x="1166" y="1651"/>
                  </a:lnTo>
                  <a:lnTo>
                    <a:pt x="1232" y="1588"/>
                  </a:lnTo>
                  <a:lnTo>
                    <a:pt x="1300" y="1530"/>
                  </a:lnTo>
                  <a:lnTo>
                    <a:pt x="1367" y="1474"/>
                  </a:lnTo>
                  <a:lnTo>
                    <a:pt x="1435" y="1421"/>
                  </a:lnTo>
                  <a:lnTo>
                    <a:pt x="1501" y="1373"/>
                  </a:lnTo>
                  <a:lnTo>
                    <a:pt x="1569" y="1327"/>
                  </a:lnTo>
                  <a:lnTo>
                    <a:pt x="1635" y="1286"/>
                  </a:lnTo>
                  <a:lnTo>
                    <a:pt x="1701" y="1248"/>
                  </a:lnTo>
                  <a:lnTo>
                    <a:pt x="1766" y="1214"/>
                  </a:lnTo>
                  <a:lnTo>
                    <a:pt x="1703" y="1170"/>
                  </a:lnTo>
                  <a:lnTo>
                    <a:pt x="1642" y="1122"/>
                  </a:lnTo>
                  <a:lnTo>
                    <a:pt x="1584" y="1069"/>
                  </a:lnTo>
                  <a:lnTo>
                    <a:pt x="1529" y="1013"/>
                  </a:lnTo>
                  <a:lnTo>
                    <a:pt x="1476" y="953"/>
                  </a:lnTo>
                  <a:lnTo>
                    <a:pt x="1427" y="892"/>
                  </a:lnTo>
                  <a:lnTo>
                    <a:pt x="1382" y="829"/>
                  </a:lnTo>
                  <a:lnTo>
                    <a:pt x="1339" y="764"/>
                  </a:lnTo>
                  <a:lnTo>
                    <a:pt x="1301" y="698"/>
                  </a:lnTo>
                  <a:lnTo>
                    <a:pt x="1266" y="634"/>
                  </a:lnTo>
                  <a:lnTo>
                    <a:pt x="1235" y="569"/>
                  </a:lnTo>
                  <a:lnTo>
                    <a:pt x="1209" y="505"/>
                  </a:lnTo>
                  <a:lnTo>
                    <a:pt x="1187" y="443"/>
                  </a:lnTo>
                  <a:lnTo>
                    <a:pt x="1171" y="382"/>
                  </a:lnTo>
                  <a:lnTo>
                    <a:pt x="1157" y="326"/>
                  </a:lnTo>
                  <a:lnTo>
                    <a:pt x="1151" y="271"/>
                  </a:lnTo>
                  <a:lnTo>
                    <a:pt x="1149" y="222"/>
                  </a:lnTo>
                  <a:lnTo>
                    <a:pt x="1152" y="175"/>
                  </a:lnTo>
                  <a:lnTo>
                    <a:pt x="1161" y="134"/>
                  </a:lnTo>
                  <a:lnTo>
                    <a:pt x="1176" y="99"/>
                  </a:lnTo>
                  <a:lnTo>
                    <a:pt x="1197" y="69"/>
                  </a:lnTo>
                  <a:lnTo>
                    <a:pt x="1230" y="38"/>
                  </a:lnTo>
                  <a:lnTo>
                    <a:pt x="1266" y="18"/>
                  </a:lnTo>
                  <a:lnTo>
                    <a:pt x="1306" y="5"/>
                  </a:lnTo>
                  <a:lnTo>
                    <a:pt x="13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Freeform 1141"/>
            <p:cNvSpPr/>
            <p:nvPr/>
          </p:nvSpPr>
          <p:spPr bwMode="auto">
            <a:xfrm>
              <a:off x="4031" y="2718"/>
              <a:ext cx="0" cy="1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2 h 3"/>
                <a:gd name="T4" fmla="*/ 0 w 2"/>
                <a:gd name="T5" fmla="*/ 3 h 3"/>
                <a:gd name="T6" fmla="*/ 2 w 2"/>
                <a:gd name="T7" fmla="*/ 2 h 3"/>
                <a:gd name="T8" fmla="*/ 2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2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1" name="Oval 79"/>
          <p:cNvSpPr/>
          <p:nvPr/>
        </p:nvSpPr>
        <p:spPr>
          <a:xfrm flipH="1">
            <a:off x="1343699" y="2560327"/>
            <a:ext cx="573732" cy="5737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20"/>
          <p:cNvSpPr>
            <a:spLocks noEditPoints="1"/>
          </p:cNvSpPr>
          <p:nvPr/>
        </p:nvSpPr>
        <p:spPr bwMode="auto">
          <a:xfrm>
            <a:off x="1483153" y="2733484"/>
            <a:ext cx="304866" cy="241331"/>
          </a:xfrm>
          <a:custGeom>
            <a:avLst/>
            <a:gdLst>
              <a:gd name="T0" fmla="*/ 2455 w 3573"/>
              <a:gd name="T1" fmla="*/ 579 h 2827"/>
              <a:gd name="T2" fmla="*/ 2600 w 3573"/>
              <a:gd name="T3" fmla="*/ 760 h 2827"/>
              <a:gd name="T4" fmla="*/ 2739 w 3573"/>
              <a:gd name="T5" fmla="*/ 1081 h 2827"/>
              <a:gd name="T6" fmla="*/ 2787 w 3573"/>
              <a:gd name="T7" fmla="*/ 1432 h 2827"/>
              <a:gd name="T8" fmla="*/ 2745 w 3573"/>
              <a:gd name="T9" fmla="*/ 1761 h 2827"/>
              <a:gd name="T10" fmla="*/ 2621 w 3573"/>
              <a:gd name="T11" fmla="*/ 2067 h 2827"/>
              <a:gd name="T12" fmla="*/ 2489 w 3573"/>
              <a:gd name="T13" fmla="*/ 2244 h 2827"/>
              <a:gd name="T14" fmla="*/ 2399 w 3573"/>
              <a:gd name="T15" fmla="*/ 2271 h 2827"/>
              <a:gd name="T16" fmla="*/ 2304 w 3573"/>
              <a:gd name="T17" fmla="*/ 2241 h 2827"/>
              <a:gd name="T18" fmla="*/ 2230 w 3573"/>
              <a:gd name="T19" fmla="*/ 2155 h 2827"/>
              <a:gd name="T20" fmla="*/ 2221 w 3573"/>
              <a:gd name="T21" fmla="*/ 2044 h 2827"/>
              <a:gd name="T22" fmla="*/ 2327 w 3573"/>
              <a:gd name="T23" fmla="*/ 1864 h 2827"/>
              <a:gd name="T24" fmla="*/ 2421 w 3573"/>
              <a:gd name="T25" fmla="*/ 1582 h 2827"/>
              <a:gd name="T26" fmla="*/ 2422 w 3573"/>
              <a:gd name="T27" fmla="*/ 1289 h 2827"/>
              <a:gd name="T28" fmla="*/ 2338 w 3573"/>
              <a:gd name="T29" fmla="*/ 1020 h 2827"/>
              <a:gd name="T30" fmla="*/ 2205 w 3573"/>
              <a:gd name="T31" fmla="*/ 815 h 2827"/>
              <a:gd name="T32" fmla="*/ 2191 w 3573"/>
              <a:gd name="T33" fmla="*/ 701 h 2827"/>
              <a:gd name="T34" fmla="*/ 2255 w 3573"/>
              <a:gd name="T35" fmla="*/ 602 h 2827"/>
              <a:gd name="T36" fmla="*/ 2350 w 3573"/>
              <a:gd name="T37" fmla="*/ 557 h 2827"/>
              <a:gd name="T38" fmla="*/ 1694 w 3573"/>
              <a:gd name="T39" fmla="*/ 195 h 2827"/>
              <a:gd name="T40" fmla="*/ 1776 w 3573"/>
              <a:gd name="T41" fmla="*/ 282 h 2827"/>
              <a:gd name="T42" fmla="*/ 1785 w 3573"/>
              <a:gd name="T43" fmla="*/ 2553 h 2827"/>
              <a:gd name="T44" fmla="*/ 1720 w 3573"/>
              <a:gd name="T45" fmla="*/ 2653 h 2827"/>
              <a:gd name="T46" fmla="*/ 1625 w 3573"/>
              <a:gd name="T47" fmla="*/ 2685 h 2827"/>
              <a:gd name="T48" fmla="*/ 1522 w 3573"/>
              <a:gd name="T49" fmla="*/ 2647 h 2827"/>
              <a:gd name="T50" fmla="*/ 99 w 3573"/>
              <a:gd name="T51" fmla="*/ 1903 h 2827"/>
              <a:gd name="T52" fmla="*/ 13 w 3573"/>
              <a:gd name="T53" fmla="*/ 1817 h 2827"/>
              <a:gd name="T54" fmla="*/ 3 w 3573"/>
              <a:gd name="T55" fmla="*/ 1078 h 2827"/>
              <a:gd name="T56" fmla="*/ 72 w 3573"/>
              <a:gd name="T57" fmla="*/ 976 h 2827"/>
              <a:gd name="T58" fmla="*/ 635 w 3573"/>
              <a:gd name="T59" fmla="*/ 949 h 2827"/>
              <a:gd name="T60" fmla="*/ 1605 w 3573"/>
              <a:gd name="T61" fmla="*/ 181 h 2827"/>
              <a:gd name="T62" fmla="*/ 2983 w 3573"/>
              <a:gd name="T63" fmla="*/ 11 h 2827"/>
              <a:gd name="T64" fmla="*/ 3118 w 3573"/>
              <a:gd name="T65" fmla="*/ 138 h 2827"/>
              <a:gd name="T66" fmla="*/ 3350 w 3573"/>
              <a:gd name="T67" fmla="*/ 499 h 2827"/>
              <a:gd name="T68" fmla="*/ 3503 w 3573"/>
              <a:gd name="T69" fmla="*/ 899 h 2827"/>
              <a:gd name="T70" fmla="*/ 3569 w 3573"/>
              <a:gd name="T71" fmla="*/ 1324 h 2827"/>
              <a:gd name="T72" fmla="*/ 3545 w 3573"/>
              <a:gd name="T73" fmla="*/ 1768 h 2827"/>
              <a:gd name="T74" fmla="*/ 3427 w 3573"/>
              <a:gd name="T75" fmla="*/ 2196 h 2827"/>
              <a:gd name="T76" fmla="*/ 3218 w 3573"/>
              <a:gd name="T77" fmla="*/ 2590 h 2827"/>
              <a:gd name="T78" fmla="*/ 3040 w 3573"/>
              <a:gd name="T79" fmla="*/ 2804 h 2827"/>
              <a:gd name="T80" fmla="*/ 2957 w 3573"/>
              <a:gd name="T81" fmla="*/ 2827 h 2827"/>
              <a:gd name="T82" fmla="*/ 2863 w 3573"/>
              <a:gd name="T83" fmla="*/ 2797 h 2827"/>
              <a:gd name="T84" fmla="*/ 2787 w 3573"/>
              <a:gd name="T85" fmla="*/ 2709 h 2827"/>
              <a:gd name="T86" fmla="*/ 2783 w 3573"/>
              <a:gd name="T87" fmla="*/ 2594 h 2827"/>
              <a:gd name="T88" fmla="*/ 2933 w 3573"/>
              <a:gd name="T89" fmla="*/ 2378 h 2827"/>
              <a:gd name="T90" fmla="*/ 3113 w 3573"/>
              <a:gd name="T91" fmla="*/ 2022 h 2827"/>
              <a:gd name="T92" fmla="*/ 3206 w 3573"/>
              <a:gd name="T93" fmla="*/ 1633 h 2827"/>
              <a:gd name="T94" fmla="*/ 3207 w 3573"/>
              <a:gd name="T95" fmla="*/ 1239 h 2827"/>
              <a:gd name="T96" fmla="*/ 3122 w 3573"/>
              <a:gd name="T97" fmla="*/ 866 h 2827"/>
              <a:gd name="T98" fmla="*/ 2957 w 3573"/>
              <a:gd name="T99" fmla="*/ 522 h 2827"/>
              <a:gd name="T100" fmla="*/ 2767 w 3573"/>
              <a:gd name="T101" fmla="*/ 269 h 2827"/>
              <a:gd name="T102" fmla="*/ 2744 w 3573"/>
              <a:gd name="T103" fmla="*/ 165 h 2827"/>
              <a:gd name="T104" fmla="*/ 2791 w 3573"/>
              <a:gd name="T105" fmla="*/ 70 h 2827"/>
              <a:gd name="T106" fmla="*/ 2878 w 3573"/>
              <a:gd name="T107" fmla="*/ 8 h 2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573" h="2827">
                <a:moveTo>
                  <a:pt x="2378" y="555"/>
                </a:moveTo>
                <a:lnTo>
                  <a:pt x="2404" y="559"/>
                </a:lnTo>
                <a:lnTo>
                  <a:pt x="2431" y="567"/>
                </a:lnTo>
                <a:lnTo>
                  <a:pt x="2455" y="579"/>
                </a:lnTo>
                <a:lnTo>
                  <a:pt x="2476" y="595"/>
                </a:lnTo>
                <a:lnTo>
                  <a:pt x="2495" y="614"/>
                </a:lnTo>
                <a:lnTo>
                  <a:pt x="2551" y="686"/>
                </a:lnTo>
                <a:lnTo>
                  <a:pt x="2600" y="760"/>
                </a:lnTo>
                <a:lnTo>
                  <a:pt x="2643" y="837"/>
                </a:lnTo>
                <a:lnTo>
                  <a:pt x="2680" y="916"/>
                </a:lnTo>
                <a:lnTo>
                  <a:pt x="2713" y="998"/>
                </a:lnTo>
                <a:lnTo>
                  <a:pt x="2739" y="1081"/>
                </a:lnTo>
                <a:lnTo>
                  <a:pt x="2761" y="1166"/>
                </a:lnTo>
                <a:lnTo>
                  <a:pt x="2775" y="1253"/>
                </a:lnTo>
                <a:lnTo>
                  <a:pt x="2784" y="1342"/>
                </a:lnTo>
                <a:lnTo>
                  <a:pt x="2787" y="1432"/>
                </a:lnTo>
                <a:lnTo>
                  <a:pt x="2785" y="1516"/>
                </a:lnTo>
                <a:lnTo>
                  <a:pt x="2776" y="1598"/>
                </a:lnTo>
                <a:lnTo>
                  <a:pt x="2763" y="1681"/>
                </a:lnTo>
                <a:lnTo>
                  <a:pt x="2745" y="1761"/>
                </a:lnTo>
                <a:lnTo>
                  <a:pt x="2722" y="1840"/>
                </a:lnTo>
                <a:lnTo>
                  <a:pt x="2693" y="1918"/>
                </a:lnTo>
                <a:lnTo>
                  <a:pt x="2660" y="1993"/>
                </a:lnTo>
                <a:lnTo>
                  <a:pt x="2621" y="2067"/>
                </a:lnTo>
                <a:lnTo>
                  <a:pt x="2578" y="2137"/>
                </a:lnTo>
                <a:lnTo>
                  <a:pt x="2529" y="2206"/>
                </a:lnTo>
                <a:lnTo>
                  <a:pt x="2510" y="2226"/>
                </a:lnTo>
                <a:lnTo>
                  <a:pt x="2489" y="2244"/>
                </a:lnTo>
                <a:lnTo>
                  <a:pt x="2464" y="2257"/>
                </a:lnTo>
                <a:lnTo>
                  <a:pt x="2438" y="2267"/>
                </a:lnTo>
                <a:lnTo>
                  <a:pt x="2411" y="2271"/>
                </a:lnTo>
                <a:lnTo>
                  <a:pt x="2399" y="2271"/>
                </a:lnTo>
                <a:lnTo>
                  <a:pt x="2374" y="2269"/>
                </a:lnTo>
                <a:lnTo>
                  <a:pt x="2349" y="2263"/>
                </a:lnTo>
                <a:lnTo>
                  <a:pt x="2326" y="2254"/>
                </a:lnTo>
                <a:lnTo>
                  <a:pt x="2304" y="2241"/>
                </a:lnTo>
                <a:lnTo>
                  <a:pt x="2284" y="2224"/>
                </a:lnTo>
                <a:lnTo>
                  <a:pt x="2263" y="2202"/>
                </a:lnTo>
                <a:lnTo>
                  <a:pt x="2244" y="2180"/>
                </a:lnTo>
                <a:lnTo>
                  <a:pt x="2230" y="2155"/>
                </a:lnTo>
                <a:lnTo>
                  <a:pt x="2220" y="2128"/>
                </a:lnTo>
                <a:lnTo>
                  <a:pt x="2216" y="2099"/>
                </a:lnTo>
                <a:lnTo>
                  <a:pt x="2216" y="2071"/>
                </a:lnTo>
                <a:lnTo>
                  <a:pt x="2221" y="2044"/>
                </a:lnTo>
                <a:lnTo>
                  <a:pt x="2232" y="2017"/>
                </a:lnTo>
                <a:lnTo>
                  <a:pt x="2247" y="1992"/>
                </a:lnTo>
                <a:lnTo>
                  <a:pt x="2290" y="1929"/>
                </a:lnTo>
                <a:lnTo>
                  <a:pt x="2327" y="1864"/>
                </a:lnTo>
                <a:lnTo>
                  <a:pt x="2360" y="1796"/>
                </a:lnTo>
                <a:lnTo>
                  <a:pt x="2386" y="1727"/>
                </a:lnTo>
                <a:lnTo>
                  <a:pt x="2407" y="1655"/>
                </a:lnTo>
                <a:lnTo>
                  <a:pt x="2421" y="1582"/>
                </a:lnTo>
                <a:lnTo>
                  <a:pt x="2429" y="1507"/>
                </a:lnTo>
                <a:lnTo>
                  <a:pt x="2433" y="1432"/>
                </a:lnTo>
                <a:lnTo>
                  <a:pt x="2431" y="1359"/>
                </a:lnTo>
                <a:lnTo>
                  <a:pt x="2422" y="1289"/>
                </a:lnTo>
                <a:lnTo>
                  <a:pt x="2409" y="1219"/>
                </a:lnTo>
                <a:lnTo>
                  <a:pt x="2390" y="1151"/>
                </a:lnTo>
                <a:lnTo>
                  <a:pt x="2366" y="1085"/>
                </a:lnTo>
                <a:lnTo>
                  <a:pt x="2338" y="1020"/>
                </a:lnTo>
                <a:lnTo>
                  <a:pt x="2304" y="957"/>
                </a:lnTo>
                <a:lnTo>
                  <a:pt x="2266" y="898"/>
                </a:lnTo>
                <a:lnTo>
                  <a:pt x="2222" y="840"/>
                </a:lnTo>
                <a:lnTo>
                  <a:pt x="2205" y="815"/>
                </a:lnTo>
                <a:lnTo>
                  <a:pt x="2194" y="788"/>
                </a:lnTo>
                <a:lnTo>
                  <a:pt x="2187" y="759"/>
                </a:lnTo>
                <a:lnTo>
                  <a:pt x="2186" y="730"/>
                </a:lnTo>
                <a:lnTo>
                  <a:pt x="2191" y="701"/>
                </a:lnTo>
                <a:lnTo>
                  <a:pt x="2199" y="674"/>
                </a:lnTo>
                <a:lnTo>
                  <a:pt x="2213" y="648"/>
                </a:lnTo>
                <a:lnTo>
                  <a:pt x="2233" y="624"/>
                </a:lnTo>
                <a:lnTo>
                  <a:pt x="2255" y="602"/>
                </a:lnTo>
                <a:lnTo>
                  <a:pt x="2276" y="585"/>
                </a:lnTo>
                <a:lnTo>
                  <a:pt x="2299" y="571"/>
                </a:lnTo>
                <a:lnTo>
                  <a:pt x="2324" y="562"/>
                </a:lnTo>
                <a:lnTo>
                  <a:pt x="2350" y="557"/>
                </a:lnTo>
                <a:lnTo>
                  <a:pt x="2378" y="555"/>
                </a:lnTo>
                <a:close/>
                <a:moveTo>
                  <a:pt x="1635" y="180"/>
                </a:moveTo>
                <a:lnTo>
                  <a:pt x="1665" y="184"/>
                </a:lnTo>
                <a:lnTo>
                  <a:pt x="1694" y="195"/>
                </a:lnTo>
                <a:lnTo>
                  <a:pt x="1720" y="210"/>
                </a:lnTo>
                <a:lnTo>
                  <a:pt x="1743" y="231"/>
                </a:lnTo>
                <a:lnTo>
                  <a:pt x="1762" y="255"/>
                </a:lnTo>
                <a:lnTo>
                  <a:pt x="1776" y="282"/>
                </a:lnTo>
                <a:lnTo>
                  <a:pt x="1785" y="310"/>
                </a:lnTo>
                <a:lnTo>
                  <a:pt x="1787" y="341"/>
                </a:lnTo>
                <a:lnTo>
                  <a:pt x="1787" y="2523"/>
                </a:lnTo>
                <a:lnTo>
                  <a:pt x="1785" y="2553"/>
                </a:lnTo>
                <a:lnTo>
                  <a:pt x="1776" y="2583"/>
                </a:lnTo>
                <a:lnTo>
                  <a:pt x="1762" y="2610"/>
                </a:lnTo>
                <a:lnTo>
                  <a:pt x="1743" y="2634"/>
                </a:lnTo>
                <a:lnTo>
                  <a:pt x="1720" y="2653"/>
                </a:lnTo>
                <a:lnTo>
                  <a:pt x="1694" y="2670"/>
                </a:lnTo>
                <a:lnTo>
                  <a:pt x="1671" y="2678"/>
                </a:lnTo>
                <a:lnTo>
                  <a:pt x="1648" y="2683"/>
                </a:lnTo>
                <a:lnTo>
                  <a:pt x="1625" y="2685"/>
                </a:lnTo>
                <a:lnTo>
                  <a:pt x="1597" y="2683"/>
                </a:lnTo>
                <a:lnTo>
                  <a:pt x="1571" y="2675"/>
                </a:lnTo>
                <a:lnTo>
                  <a:pt x="1545" y="2663"/>
                </a:lnTo>
                <a:lnTo>
                  <a:pt x="1522" y="2647"/>
                </a:lnTo>
                <a:lnTo>
                  <a:pt x="635" y="1916"/>
                </a:lnTo>
                <a:lnTo>
                  <a:pt x="163" y="1916"/>
                </a:lnTo>
                <a:lnTo>
                  <a:pt x="130" y="1912"/>
                </a:lnTo>
                <a:lnTo>
                  <a:pt x="99" y="1903"/>
                </a:lnTo>
                <a:lnTo>
                  <a:pt x="72" y="1887"/>
                </a:lnTo>
                <a:lnTo>
                  <a:pt x="48" y="1868"/>
                </a:lnTo>
                <a:lnTo>
                  <a:pt x="27" y="1844"/>
                </a:lnTo>
                <a:lnTo>
                  <a:pt x="13" y="1817"/>
                </a:lnTo>
                <a:lnTo>
                  <a:pt x="3" y="1786"/>
                </a:lnTo>
                <a:lnTo>
                  <a:pt x="0" y="1754"/>
                </a:lnTo>
                <a:lnTo>
                  <a:pt x="0" y="1111"/>
                </a:lnTo>
                <a:lnTo>
                  <a:pt x="3" y="1078"/>
                </a:lnTo>
                <a:lnTo>
                  <a:pt x="13" y="1048"/>
                </a:lnTo>
                <a:lnTo>
                  <a:pt x="27" y="1019"/>
                </a:lnTo>
                <a:lnTo>
                  <a:pt x="48" y="995"/>
                </a:lnTo>
                <a:lnTo>
                  <a:pt x="72" y="976"/>
                </a:lnTo>
                <a:lnTo>
                  <a:pt x="99" y="961"/>
                </a:lnTo>
                <a:lnTo>
                  <a:pt x="130" y="952"/>
                </a:lnTo>
                <a:lnTo>
                  <a:pt x="163" y="949"/>
                </a:lnTo>
                <a:lnTo>
                  <a:pt x="635" y="949"/>
                </a:lnTo>
                <a:lnTo>
                  <a:pt x="1522" y="216"/>
                </a:lnTo>
                <a:lnTo>
                  <a:pt x="1547" y="199"/>
                </a:lnTo>
                <a:lnTo>
                  <a:pt x="1575" y="187"/>
                </a:lnTo>
                <a:lnTo>
                  <a:pt x="1605" y="181"/>
                </a:lnTo>
                <a:lnTo>
                  <a:pt x="1635" y="180"/>
                </a:lnTo>
                <a:close/>
                <a:moveTo>
                  <a:pt x="2931" y="0"/>
                </a:moveTo>
                <a:lnTo>
                  <a:pt x="2957" y="4"/>
                </a:lnTo>
                <a:lnTo>
                  <a:pt x="2983" y="11"/>
                </a:lnTo>
                <a:lnTo>
                  <a:pt x="3007" y="22"/>
                </a:lnTo>
                <a:lnTo>
                  <a:pt x="3028" y="37"/>
                </a:lnTo>
                <a:lnTo>
                  <a:pt x="3048" y="55"/>
                </a:lnTo>
                <a:lnTo>
                  <a:pt x="3118" y="138"/>
                </a:lnTo>
                <a:lnTo>
                  <a:pt x="3183" y="224"/>
                </a:lnTo>
                <a:lnTo>
                  <a:pt x="3244" y="313"/>
                </a:lnTo>
                <a:lnTo>
                  <a:pt x="3300" y="406"/>
                </a:lnTo>
                <a:lnTo>
                  <a:pt x="3350" y="499"/>
                </a:lnTo>
                <a:lnTo>
                  <a:pt x="3396" y="597"/>
                </a:lnTo>
                <a:lnTo>
                  <a:pt x="3437" y="696"/>
                </a:lnTo>
                <a:lnTo>
                  <a:pt x="3472" y="797"/>
                </a:lnTo>
                <a:lnTo>
                  <a:pt x="3503" y="899"/>
                </a:lnTo>
                <a:lnTo>
                  <a:pt x="3528" y="1003"/>
                </a:lnTo>
                <a:lnTo>
                  <a:pt x="3548" y="1108"/>
                </a:lnTo>
                <a:lnTo>
                  <a:pt x="3562" y="1216"/>
                </a:lnTo>
                <a:lnTo>
                  <a:pt x="3569" y="1324"/>
                </a:lnTo>
                <a:lnTo>
                  <a:pt x="3573" y="1432"/>
                </a:lnTo>
                <a:lnTo>
                  <a:pt x="3569" y="1545"/>
                </a:lnTo>
                <a:lnTo>
                  <a:pt x="3561" y="1656"/>
                </a:lnTo>
                <a:lnTo>
                  <a:pt x="3545" y="1768"/>
                </a:lnTo>
                <a:lnTo>
                  <a:pt x="3524" y="1877"/>
                </a:lnTo>
                <a:lnTo>
                  <a:pt x="3497" y="1985"/>
                </a:lnTo>
                <a:lnTo>
                  <a:pt x="3465" y="2092"/>
                </a:lnTo>
                <a:lnTo>
                  <a:pt x="3427" y="2196"/>
                </a:lnTo>
                <a:lnTo>
                  <a:pt x="3382" y="2299"/>
                </a:lnTo>
                <a:lnTo>
                  <a:pt x="3333" y="2399"/>
                </a:lnTo>
                <a:lnTo>
                  <a:pt x="3278" y="2496"/>
                </a:lnTo>
                <a:lnTo>
                  <a:pt x="3218" y="2590"/>
                </a:lnTo>
                <a:lnTo>
                  <a:pt x="3153" y="2682"/>
                </a:lnTo>
                <a:lnTo>
                  <a:pt x="3082" y="2770"/>
                </a:lnTo>
                <a:lnTo>
                  <a:pt x="3062" y="2789"/>
                </a:lnTo>
                <a:lnTo>
                  <a:pt x="3040" y="2804"/>
                </a:lnTo>
                <a:lnTo>
                  <a:pt x="3017" y="2816"/>
                </a:lnTo>
                <a:lnTo>
                  <a:pt x="2991" y="2824"/>
                </a:lnTo>
                <a:lnTo>
                  <a:pt x="2965" y="2827"/>
                </a:lnTo>
                <a:lnTo>
                  <a:pt x="2957" y="2827"/>
                </a:lnTo>
                <a:lnTo>
                  <a:pt x="2932" y="2825"/>
                </a:lnTo>
                <a:lnTo>
                  <a:pt x="2907" y="2820"/>
                </a:lnTo>
                <a:lnTo>
                  <a:pt x="2884" y="2810"/>
                </a:lnTo>
                <a:lnTo>
                  <a:pt x="2863" y="2797"/>
                </a:lnTo>
                <a:lnTo>
                  <a:pt x="2843" y="2780"/>
                </a:lnTo>
                <a:lnTo>
                  <a:pt x="2822" y="2759"/>
                </a:lnTo>
                <a:lnTo>
                  <a:pt x="2801" y="2735"/>
                </a:lnTo>
                <a:lnTo>
                  <a:pt x="2787" y="2709"/>
                </a:lnTo>
                <a:lnTo>
                  <a:pt x="2779" y="2681"/>
                </a:lnTo>
                <a:lnTo>
                  <a:pt x="2774" y="2651"/>
                </a:lnTo>
                <a:lnTo>
                  <a:pt x="2775" y="2622"/>
                </a:lnTo>
                <a:lnTo>
                  <a:pt x="2783" y="2594"/>
                </a:lnTo>
                <a:lnTo>
                  <a:pt x="2795" y="2565"/>
                </a:lnTo>
                <a:lnTo>
                  <a:pt x="2812" y="2540"/>
                </a:lnTo>
                <a:lnTo>
                  <a:pt x="2876" y="2461"/>
                </a:lnTo>
                <a:lnTo>
                  <a:pt x="2933" y="2378"/>
                </a:lnTo>
                <a:lnTo>
                  <a:pt x="2986" y="2294"/>
                </a:lnTo>
                <a:lnTo>
                  <a:pt x="3034" y="2206"/>
                </a:lnTo>
                <a:lnTo>
                  <a:pt x="3076" y="2114"/>
                </a:lnTo>
                <a:lnTo>
                  <a:pt x="3113" y="2022"/>
                </a:lnTo>
                <a:lnTo>
                  <a:pt x="3145" y="1927"/>
                </a:lnTo>
                <a:lnTo>
                  <a:pt x="3171" y="1831"/>
                </a:lnTo>
                <a:lnTo>
                  <a:pt x="3191" y="1732"/>
                </a:lnTo>
                <a:lnTo>
                  <a:pt x="3206" y="1633"/>
                </a:lnTo>
                <a:lnTo>
                  <a:pt x="3215" y="1533"/>
                </a:lnTo>
                <a:lnTo>
                  <a:pt x="3218" y="1432"/>
                </a:lnTo>
                <a:lnTo>
                  <a:pt x="3215" y="1336"/>
                </a:lnTo>
                <a:lnTo>
                  <a:pt x="3207" y="1239"/>
                </a:lnTo>
                <a:lnTo>
                  <a:pt x="3194" y="1144"/>
                </a:lnTo>
                <a:lnTo>
                  <a:pt x="3175" y="1050"/>
                </a:lnTo>
                <a:lnTo>
                  <a:pt x="3152" y="957"/>
                </a:lnTo>
                <a:lnTo>
                  <a:pt x="3122" y="866"/>
                </a:lnTo>
                <a:lnTo>
                  <a:pt x="3088" y="777"/>
                </a:lnTo>
                <a:lnTo>
                  <a:pt x="3049" y="690"/>
                </a:lnTo>
                <a:lnTo>
                  <a:pt x="3005" y="604"/>
                </a:lnTo>
                <a:lnTo>
                  <a:pt x="2957" y="522"/>
                </a:lnTo>
                <a:lnTo>
                  <a:pt x="2904" y="442"/>
                </a:lnTo>
                <a:lnTo>
                  <a:pt x="2846" y="365"/>
                </a:lnTo>
                <a:lnTo>
                  <a:pt x="2784" y="290"/>
                </a:lnTo>
                <a:lnTo>
                  <a:pt x="2767" y="269"/>
                </a:lnTo>
                <a:lnTo>
                  <a:pt x="2755" y="244"/>
                </a:lnTo>
                <a:lnTo>
                  <a:pt x="2747" y="219"/>
                </a:lnTo>
                <a:lnTo>
                  <a:pt x="2743" y="191"/>
                </a:lnTo>
                <a:lnTo>
                  <a:pt x="2744" y="165"/>
                </a:lnTo>
                <a:lnTo>
                  <a:pt x="2749" y="139"/>
                </a:lnTo>
                <a:lnTo>
                  <a:pt x="2758" y="114"/>
                </a:lnTo>
                <a:lnTo>
                  <a:pt x="2772" y="90"/>
                </a:lnTo>
                <a:lnTo>
                  <a:pt x="2791" y="70"/>
                </a:lnTo>
                <a:lnTo>
                  <a:pt x="2811" y="48"/>
                </a:lnTo>
                <a:lnTo>
                  <a:pt x="2831" y="31"/>
                </a:lnTo>
                <a:lnTo>
                  <a:pt x="2854" y="18"/>
                </a:lnTo>
                <a:lnTo>
                  <a:pt x="2878" y="8"/>
                </a:lnTo>
                <a:lnTo>
                  <a:pt x="2904" y="2"/>
                </a:lnTo>
                <a:lnTo>
                  <a:pt x="293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矩形 12"/>
          <p:cNvSpPr/>
          <p:nvPr/>
        </p:nvSpPr>
        <p:spPr>
          <a:xfrm>
            <a:off x="2056885" y="2560327"/>
            <a:ext cx="3781665" cy="56335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056885" y="3556734"/>
            <a:ext cx="3781665" cy="56335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56885" y="4637367"/>
            <a:ext cx="3781665" cy="563351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17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20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65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31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1"/>
          <p:cNvSpPr/>
          <p:nvPr/>
        </p:nvSpPr>
        <p:spPr>
          <a:xfrm>
            <a:off x="2831254" y="3499514"/>
            <a:ext cx="1632373" cy="330315"/>
          </a:xfrm>
          <a:prstGeom prst="chevron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5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2013</a:t>
            </a:r>
            <a:endParaRPr lang="en-US" sz="1465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Chevron 2"/>
          <p:cNvSpPr/>
          <p:nvPr/>
        </p:nvSpPr>
        <p:spPr>
          <a:xfrm>
            <a:off x="4463627" y="3499514"/>
            <a:ext cx="1632373" cy="330315"/>
          </a:xfrm>
          <a:prstGeom prst="chevron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5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2014</a:t>
            </a:r>
            <a:endParaRPr lang="en-US" sz="1465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Chevron 3"/>
          <p:cNvSpPr/>
          <p:nvPr/>
        </p:nvSpPr>
        <p:spPr>
          <a:xfrm>
            <a:off x="6096000" y="3499514"/>
            <a:ext cx="1632373" cy="330315"/>
          </a:xfrm>
          <a:prstGeom prst="chevron">
            <a:avLst/>
          </a:prstGeom>
          <a:solidFill>
            <a:schemeClr val="accen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5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2015</a:t>
            </a:r>
            <a:endParaRPr lang="en-US" sz="1465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7728374" y="3499514"/>
            <a:ext cx="1632373" cy="330315"/>
          </a:xfrm>
          <a:prstGeom prst="chevron">
            <a:avLst/>
          </a:prstGeom>
          <a:solidFill>
            <a:schemeClr val="accent2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5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2016</a:t>
            </a:r>
            <a:endParaRPr lang="en-US" sz="1465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6" name="Chevron 5"/>
          <p:cNvSpPr/>
          <p:nvPr/>
        </p:nvSpPr>
        <p:spPr>
          <a:xfrm>
            <a:off x="9360747" y="3499514"/>
            <a:ext cx="1632373" cy="330315"/>
          </a:xfrm>
          <a:prstGeom prst="chevron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5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2017</a:t>
            </a:r>
            <a:endParaRPr lang="en-US" sz="1465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1198880" y="3499514"/>
            <a:ext cx="1632373" cy="330315"/>
          </a:xfrm>
          <a:prstGeom prst="chevron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65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2012</a:t>
            </a:r>
            <a:endParaRPr lang="en-US" sz="1465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998133" y="2951778"/>
            <a:ext cx="0" cy="4294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569547" y="3948133"/>
            <a:ext cx="0" cy="4294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251552" y="2951778"/>
            <a:ext cx="0" cy="4294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6834293" y="3948133"/>
            <a:ext cx="0" cy="4294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516299" y="2951778"/>
            <a:ext cx="0" cy="4294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0101825" y="3948133"/>
            <a:ext cx="0" cy="4294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1481141" y="1712260"/>
            <a:ext cx="1033988" cy="1052152"/>
            <a:chOff x="1481141" y="1712260"/>
            <a:chExt cx="1033988" cy="1052152"/>
          </a:xfrm>
        </p:grpSpPr>
        <p:sp>
          <p:nvSpPr>
            <p:cNvPr id="17" name="Oval 16"/>
            <p:cNvSpPr/>
            <p:nvPr/>
          </p:nvSpPr>
          <p:spPr>
            <a:xfrm>
              <a:off x="1481141" y="1712260"/>
              <a:ext cx="1033988" cy="1052152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8" name="Shape 2543"/>
            <p:cNvSpPr/>
            <p:nvPr/>
          </p:nvSpPr>
          <p:spPr>
            <a:xfrm>
              <a:off x="1858469" y="2106542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09" y="18655"/>
                  </a:moveTo>
                  <a:lnTo>
                    <a:pt x="14727" y="18655"/>
                  </a:lnTo>
                  <a:lnTo>
                    <a:pt x="14727" y="19636"/>
                  </a:lnTo>
                  <a:lnTo>
                    <a:pt x="15709" y="19636"/>
                  </a:lnTo>
                  <a:cubicBezTo>
                    <a:pt x="15709" y="19636"/>
                    <a:pt x="15709" y="18655"/>
                    <a:pt x="15709" y="18655"/>
                  </a:cubicBezTo>
                  <a:close/>
                  <a:moveTo>
                    <a:pt x="15709" y="14727"/>
                  </a:moveTo>
                  <a:lnTo>
                    <a:pt x="14727" y="14727"/>
                  </a:lnTo>
                  <a:lnTo>
                    <a:pt x="14727" y="15709"/>
                  </a:lnTo>
                  <a:lnTo>
                    <a:pt x="15709" y="15709"/>
                  </a:lnTo>
                  <a:cubicBezTo>
                    <a:pt x="15709" y="15709"/>
                    <a:pt x="15709" y="14727"/>
                    <a:pt x="15709" y="14727"/>
                  </a:cubicBezTo>
                  <a:close/>
                  <a:moveTo>
                    <a:pt x="14727" y="10800"/>
                  </a:moveTo>
                  <a:lnTo>
                    <a:pt x="15709" y="10800"/>
                  </a:lnTo>
                  <a:lnTo>
                    <a:pt x="15709" y="9818"/>
                  </a:lnTo>
                  <a:lnTo>
                    <a:pt x="14727" y="9818"/>
                  </a:lnTo>
                  <a:cubicBezTo>
                    <a:pt x="14727" y="9818"/>
                    <a:pt x="14727" y="10800"/>
                    <a:pt x="14727" y="10800"/>
                  </a:cubicBezTo>
                  <a:close/>
                  <a:moveTo>
                    <a:pt x="15709" y="16691"/>
                  </a:moveTo>
                  <a:lnTo>
                    <a:pt x="14727" y="16691"/>
                  </a:lnTo>
                  <a:lnTo>
                    <a:pt x="14727" y="17673"/>
                  </a:lnTo>
                  <a:lnTo>
                    <a:pt x="15709" y="17673"/>
                  </a:lnTo>
                  <a:cubicBezTo>
                    <a:pt x="15709" y="17673"/>
                    <a:pt x="15709" y="16691"/>
                    <a:pt x="15709" y="16691"/>
                  </a:cubicBezTo>
                  <a:close/>
                  <a:moveTo>
                    <a:pt x="14727" y="8836"/>
                  </a:moveTo>
                  <a:lnTo>
                    <a:pt x="15709" y="8836"/>
                  </a:lnTo>
                  <a:lnTo>
                    <a:pt x="15709" y="7855"/>
                  </a:lnTo>
                  <a:lnTo>
                    <a:pt x="14727" y="7855"/>
                  </a:lnTo>
                  <a:cubicBezTo>
                    <a:pt x="14727" y="7855"/>
                    <a:pt x="14727" y="8836"/>
                    <a:pt x="14727" y="8836"/>
                  </a:cubicBezTo>
                  <a:close/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1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14727" y="6873"/>
                  </a:moveTo>
                  <a:lnTo>
                    <a:pt x="15709" y="6873"/>
                  </a:lnTo>
                  <a:lnTo>
                    <a:pt x="15709" y="5891"/>
                  </a:lnTo>
                  <a:lnTo>
                    <a:pt x="14727" y="5891"/>
                  </a:lnTo>
                  <a:cubicBezTo>
                    <a:pt x="14727" y="5891"/>
                    <a:pt x="14727" y="6873"/>
                    <a:pt x="14727" y="6873"/>
                  </a:cubicBezTo>
                  <a:close/>
                  <a:moveTo>
                    <a:pt x="16691" y="12273"/>
                  </a:moveTo>
                  <a:lnTo>
                    <a:pt x="13745" y="12273"/>
                  </a:lnTo>
                  <a:lnTo>
                    <a:pt x="13745" y="4909"/>
                  </a:ln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2273"/>
                    <a:pt x="16691" y="12273"/>
                  </a:cubicBezTo>
                  <a:close/>
                  <a:moveTo>
                    <a:pt x="16691" y="19636"/>
                  </a:moveTo>
                  <a:cubicBezTo>
                    <a:pt x="16691" y="20178"/>
                    <a:pt x="16251" y="20618"/>
                    <a:pt x="15709" y="20618"/>
                  </a:cubicBezTo>
                  <a:lnTo>
                    <a:pt x="13745" y="20618"/>
                  </a:lnTo>
                  <a:lnTo>
                    <a:pt x="13745" y="13255"/>
                  </a:lnTo>
                  <a:lnTo>
                    <a:pt x="16691" y="13255"/>
                  </a:lnTo>
                  <a:cubicBezTo>
                    <a:pt x="16691" y="13255"/>
                    <a:pt x="16691" y="19636"/>
                    <a:pt x="16691" y="19636"/>
                  </a:cubicBezTo>
                  <a:close/>
                  <a:moveTo>
                    <a:pt x="12764" y="12273"/>
                  </a:moveTo>
                  <a:lnTo>
                    <a:pt x="4909" y="12273"/>
                  </a:lnTo>
                  <a:lnTo>
                    <a:pt x="4909" y="4909"/>
                  </a:lnTo>
                  <a:lnTo>
                    <a:pt x="12764" y="4909"/>
                  </a:lnTo>
                  <a:cubicBezTo>
                    <a:pt x="12764" y="4909"/>
                    <a:pt x="12764" y="12273"/>
                    <a:pt x="12764" y="12273"/>
                  </a:cubicBezTo>
                  <a:close/>
                  <a:moveTo>
                    <a:pt x="12764" y="20618"/>
                  </a:moveTo>
                  <a:lnTo>
                    <a:pt x="4909" y="20618"/>
                  </a:lnTo>
                  <a:lnTo>
                    <a:pt x="4909" y="13255"/>
                  </a:lnTo>
                  <a:lnTo>
                    <a:pt x="12764" y="13255"/>
                  </a:lnTo>
                  <a:cubicBezTo>
                    <a:pt x="12764" y="13255"/>
                    <a:pt x="12764" y="20618"/>
                    <a:pt x="12764" y="20618"/>
                  </a:cubicBezTo>
                  <a:close/>
                  <a:moveTo>
                    <a:pt x="3927" y="12273"/>
                  </a:moveTo>
                  <a:lnTo>
                    <a:pt x="982" y="12273"/>
                  </a:ln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3927" y="4909"/>
                  </a:lnTo>
                  <a:cubicBezTo>
                    <a:pt x="3927" y="4909"/>
                    <a:pt x="3927" y="12273"/>
                    <a:pt x="3927" y="12273"/>
                  </a:cubicBezTo>
                  <a:close/>
                  <a:moveTo>
                    <a:pt x="3927" y="20618"/>
                  </a:moveTo>
                  <a:lnTo>
                    <a:pt x="1964" y="20618"/>
                  </a:lnTo>
                  <a:cubicBezTo>
                    <a:pt x="1422" y="20618"/>
                    <a:pt x="982" y="20178"/>
                    <a:pt x="982" y="19636"/>
                  </a:cubicBezTo>
                  <a:lnTo>
                    <a:pt x="982" y="13255"/>
                  </a:lnTo>
                  <a:lnTo>
                    <a:pt x="3927" y="13255"/>
                  </a:lnTo>
                  <a:cubicBezTo>
                    <a:pt x="3927" y="13255"/>
                    <a:pt x="3927" y="20618"/>
                    <a:pt x="3927" y="20618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  <a:moveTo>
                    <a:pt x="1964" y="8836"/>
                  </a:moveTo>
                  <a:lnTo>
                    <a:pt x="2945" y="8836"/>
                  </a:lnTo>
                  <a:lnTo>
                    <a:pt x="2945" y="7855"/>
                  </a:lnTo>
                  <a:lnTo>
                    <a:pt x="1964" y="7855"/>
                  </a:lnTo>
                  <a:cubicBezTo>
                    <a:pt x="1964" y="7855"/>
                    <a:pt x="1964" y="8836"/>
                    <a:pt x="1964" y="8836"/>
                  </a:cubicBezTo>
                  <a:close/>
                  <a:moveTo>
                    <a:pt x="1964" y="10800"/>
                  </a:moveTo>
                  <a:lnTo>
                    <a:pt x="2945" y="10800"/>
                  </a:lnTo>
                  <a:lnTo>
                    <a:pt x="2945" y="9818"/>
                  </a:lnTo>
                  <a:lnTo>
                    <a:pt x="1964" y="9818"/>
                  </a:lnTo>
                  <a:cubicBezTo>
                    <a:pt x="1964" y="9818"/>
                    <a:pt x="1964" y="10800"/>
                    <a:pt x="1964" y="10800"/>
                  </a:cubicBezTo>
                  <a:close/>
                  <a:moveTo>
                    <a:pt x="2945" y="16691"/>
                  </a:moveTo>
                  <a:lnTo>
                    <a:pt x="1964" y="16691"/>
                  </a:lnTo>
                  <a:lnTo>
                    <a:pt x="1964" y="17673"/>
                  </a:lnTo>
                  <a:lnTo>
                    <a:pt x="2945" y="17673"/>
                  </a:lnTo>
                  <a:cubicBezTo>
                    <a:pt x="2945" y="17673"/>
                    <a:pt x="2945" y="16691"/>
                    <a:pt x="2945" y="16691"/>
                  </a:cubicBezTo>
                  <a:close/>
                  <a:moveTo>
                    <a:pt x="1964" y="6873"/>
                  </a:moveTo>
                  <a:lnTo>
                    <a:pt x="2945" y="6873"/>
                  </a:lnTo>
                  <a:lnTo>
                    <a:pt x="2945" y="5891"/>
                  </a:lnTo>
                  <a:lnTo>
                    <a:pt x="1964" y="5891"/>
                  </a:lnTo>
                  <a:cubicBezTo>
                    <a:pt x="1964" y="5891"/>
                    <a:pt x="1964" y="6873"/>
                    <a:pt x="1964" y="6873"/>
                  </a:cubicBezTo>
                  <a:close/>
                  <a:moveTo>
                    <a:pt x="2945" y="14727"/>
                  </a:moveTo>
                  <a:lnTo>
                    <a:pt x="1964" y="14727"/>
                  </a:lnTo>
                  <a:lnTo>
                    <a:pt x="1964" y="15709"/>
                  </a:lnTo>
                  <a:lnTo>
                    <a:pt x="2945" y="15709"/>
                  </a:lnTo>
                  <a:cubicBezTo>
                    <a:pt x="2945" y="15709"/>
                    <a:pt x="2945" y="14727"/>
                    <a:pt x="2945" y="14727"/>
                  </a:cubicBezTo>
                  <a:close/>
                  <a:moveTo>
                    <a:pt x="2945" y="18655"/>
                  </a:moveTo>
                  <a:lnTo>
                    <a:pt x="1964" y="18655"/>
                  </a:lnTo>
                  <a:lnTo>
                    <a:pt x="1964" y="19636"/>
                  </a:lnTo>
                  <a:lnTo>
                    <a:pt x="2945" y="19636"/>
                  </a:lnTo>
                  <a:cubicBezTo>
                    <a:pt x="2945" y="19636"/>
                    <a:pt x="2945" y="18655"/>
                    <a:pt x="2945" y="18655"/>
                  </a:cubicBezTo>
                  <a:close/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52554" y="4485514"/>
            <a:ext cx="1033988" cy="1052152"/>
            <a:chOff x="3052554" y="4485514"/>
            <a:chExt cx="1033988" cy="1052152"/>
          </a:xfrm>
        </p:grpSpPr>
        <p:sp>
          <p:nvSpPr>
            <p:cNvPr id="22" name="Oval 21"/>
            <p:cNvSpPr/>
            <p:nvPr/>
          </p:nvSpPr>
          <p:spPr>
            <a:xfrm>
              <a:off x="3052554" y="4485514"/>
              <a:ext cx="1033988" cy="105215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3" name="Shape 2563"/>
            <p:cNvSpPr/>
            <p:nvPr/>
          </p:nvSpPr>
          <p:spPr>
            <a:xfrm>
              <a:off x="3429883" y="4871926"/>
              <a:ext cx="279328" cy="279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0"/>
                  </a:moveTo>
                  <a:lnTo>
                    <a:pt x="5891" y="0"/>
                  </a:lnTo>
                  <a:cubicBezTo>
                    <a:pt x="4806" y="0"/>
                    <a:pt x="3927" y="879"/>
                    <a:pt x="3927" y="1964"/>
                  </a:cubicBezTo>
                  <a:lnTo>
                    <a:pt x="3927" y="2455"/>
                  </a:lnTo>
                  <a:cubicBezTo>
                    <a:pt x="3927" y="2726"/>
                    <a:pt x="4147" y="2945"/>
                    <a:pt x="4418" y="2945"/>
                  </a:cubicBezTo>
                  <a:cubicBezTo>
                    <a:pt x="4690" y="2945"/>
                    <a:pt x="4909" y="2726"/>
                    <a:pt x="4909" y="2455"/>
                  </a:cubicBezTo>
                  <a:lnTo>
                    <a:pt x="4909" y="1964"/>
                  </a:lnTo>
                  <a:cubicBezTo>
                    <a:pt x="4909" y="1422"/>
                    <a:pt x="5349" y="982"/>
                    <a:pt x="5891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lnTo>
                    <a:pt x="20618" y="15709"/>
                  </a:lnTo>
                  <a:cubicBezTo>
                    <a:pt x="20618" y="16252"/>
                    <a:pt x="20178" y="16691"/>
                    <a:pt x="19636" y="16691"/>
                  </a:cubicBezTo>
                  <a:lnTo>
                    <a:pt x="19145" y="16691"/>
                  </a:lnTo>
                  <a:cubicBezTo>
                    <a:pt x="18874" y="16691"/>
                    <a:pt x="18655" y="16911"/>
                    <a:pt x="18655" y="17182"/>
                  </a:cubicBezTo>
                  <a:cubicBezTo>
                    <a:pt x="18655" y="17453"/>
                    <a:pt x="18874" y="17673"/>
                    <a:pt x="19145" y="17673"/>
                  </a:cubicBezTo>
                  <a:lnTo>
                    <a:pt x="19636" y="17673"/>
                  </a:lnTo>
                  <a:cubicBezTo>
                    <a:pt x="20721" y="17673"/>
                    <a:pt x="21600" y="16794"/>
                    <a:pt x="21600" y="15709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354" y="17673"/>
                  </a:moveTo>
                  <a:lnTo>
                    <a:pt x="7369" y="13149"/>
                  </a:lnTo>
                  <a:lnTo>
                    <a:pt x="8875" y="15407"/>
                  </a:lnTo>
                  <a:cubicBezTo>
                    <a:pt x="8949" y="15584"/>
                    <a:pt x="9123" y="15709"/>
                    <a:pt x="9327" y="15709"/>
                  </a:cubicBezTo>
                  <a:cubicBezTo>
                    <a:pt x="9463" y="15709"/>
                    <a:pt x="9586" y="15655"/>
                    <a:pt x="9674" y="15565"/>
                  </a:cubicBezTo>
                  <a:lnTo>
                    <a:pt x="11198" y="14042"/>
                  </a:lnTo>
                  <a:lnTo>
                    <a:pt x="13376" y="17673"/>
                  </a:lnTo>
                  <a:cubicBezTo>
                    <a:pt x="13376" y="17673"/>
                    <a:pt x="4354" y="17673"/>
                    <a:pt x="4354" y="17673"/>
                  </a:cubicBezTo>
                  <a:close/>
                  <a:moveTo>
                    <a:pt x="14692" y="17982"/>
                  </a:moveTo>
                  <a:lnTo>
                    <a:pt x="14690" y="17977"/>
                  </a:lnTo>
                  <a:cubicBezTo>
                    <a:pt x="14685" y="17967"/>
                    <a:pt x="14677" y="17959"/>
                    <a:pt x="14673" y="17949"/>
                  </a:cubicBezTo>
                  <a:lnTo>
                    <a:pt x="11747" y="13073"/>
                  </a:lnTo>
                  <a:lnTo>
                    <a:pt x="11745" y="13073"/>
                  </a:lnTo>
                  <a:cubicBezTo>
                    <a:pt x="11673" y="12892"/>
                    <a:pt x="11498" y="12764"/>
                    <a:pt x="11291" y="12764"/>
                  </a:cubicBezTo>
                  <a:cubicBezTo>
                    <a:pt x="11155" y="12764"/>
                    <a:pt x="11033" y="12819"/>
                    <a:pt x="10944" y="12908"/>
                  </a:cubicBezTo>
                  <a:lnTo>
                    <a:pt x="9397" y="14454"/>
                  </a:lnTo>
                  <a:lnTo>
                    <a:pt x="7816" y="12084"/>
                  </a:lnTo>
                  <a:cubicBezTo>
                    <a:pt x="7742" y="11907"/>
                    <a:pt x="7568" y="11782"/>
                    <a:pt x="7364" y="11782"/>
                  </a:cubicBezTo>
                  <a:cubicBezTo>
                    <a:pt x="7193" y="11782"/>
                    <a:pt x="7051" y="11874"/>
                    <a:pt x="6963" y="12006"/>
                  </a:cubicBezTo>
                  <a:lnTo>
                    <a:pt x="6955" y="12000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4236" y="18655"/>
                  </a:lnTo>
                  <a:cubicBezTo>
                    <a:pt x="14508" y="18655"/>
                    <a:pt x="14727" y="18435"/>
                    <a:pt x="14727" y="18164"/>
                  </a:cubicBezTo>
                  <a:cubicBezTo>
                    <a:pt x="14727" y="18099"/>
                    <a:pt x="14713" y="18039"/>
                    <a:pt x="14691" y="17983"/>
                  </a:cubicBezTo>
                  <a:cubicBezTo>
                    <a:pt x="14691" y="17983"/>
                    <a:pt x="14692" y="17982"/>
                    <a:pt x="14692" y="17982"/>
                  </a:cubicBezTo>
                  <a:close/>
                  <a:moveTo>
                    <a:pt x="4909" y="7855"/>
                  </a:moveTo>
                  <a:cubicBezTo>
                    <a:pt x="5451" y="7855"/>
                    <a:pt x="5891" y="8295"/>
                    <a:pt x="5891" y="8836"/>
                  </a:cubicBezTo>
                  <a:cubicBezTo>
                    <a:pt x="5891" y="9379"/>
                    <a:pt x="5451" y="9818"/>
                    <a:pt x="4909" y="9818"/>
                  </a:cubicBezTo>
                  <a:cubicBezTo>
                    <a:pt x="4367" y="9818"/>
                    <a:pt x="3927" y="9379"/>
                    <a:pt x="3927" y="8836"/>
                  </a:cubicBezTo>
                  <a:cubicBezTo>
                    <a:pt x="3927" y="8295"/>
                    <a:pt x="4367" y="7855"/>
                    <a:pt x="4909" y="7855"/>
                  </a:cubicBezTo>
                  <a:moveTo>
                    <a:pt x="4909" y="10800"/>
                  </a:moveTo>
                  <a:cubicBezTo>
                    <a:pt x="5994" y="10800"/>
                    <a:pt x="6873" y="9921"/>
                    <a:pt x="6873" y="8836"/>
                  </a:cubicBezTo>
                  <a:cubicBezTo>
                    <a:pt x="6873" y="7752"/>
                    <a:pt x="5994" y="6873"/>
                    <a:pt x="4909" y="6873"/>
                  </a:cubicBezTo>
                  <a:cubicBezTo>
                    <a:pt x="3825" y="6873"/>
                    <a:pt x="2945" y="7752"/>
                    <a:pt x="2945" y="8836"/>
                  </a:cubicBezTo>
                  <a:cubicBezTo>
                    <a:pt x="2945" y="9921"/>
                    <a:pt x="3825" y="10800"/>
                    <a:pt x="4909" y="10800"/>
                  </a:cubicBezTo>
                  <a:moveTo>
                    <a:pt x="16691" y="19636"/>
                  </a:moveTo>
                  <a:cubicBezTo>
                    <a:pt x="16691" y="20179"/>
                    <a:pt x="16251" y="20619"/>
                    <a:pt x="15709" y="20619"/>
                  </a:cubicBezTo>
                  <a:lnTo>
                    <a:pt x="1964" y="20619"/>
                  </a:lnTo>
                  <a:cubicBezTo>
                    <a:pt x="1422" y="20619"/>
                    <a:pt x="982" y="20179"/>
                    <a:pt x="982" y="19636"/>
                  </a:cubicBezTo>
                  <a:lnTo>
                    <a:pt x="982" y="5891"/>
                  </a:lnTo>
                  <a:cubicBezTo>
                    <a:pt x="982" y="5349"/>
                    <a:pt x="1422" y="4909"/>
                    <a:pt x="1964" y="4909"/>
                  </a:cubicBezTo>
                  <a:lnTo>
                    <a:pt x="15709" y="4909"/>
                  </a:lnTo>
                  <a:cubicBezTo>
                    <a:pt x="16251" y="4909"/>
                    <a:pt x="16691" y="5349"/>
                    <a:pt x="16691" y="5891"/>
                  </a:cubicBezTo>
                  <a:cubicBezTo>
                    <a:pt x="16691" y="5891"/>
                    <a:pt x="16691" y="19636"/>
                    <a:pt x="16691" y="19636"/>
                  </a:cubicBezTo>
                  <a:close/>
                  <a:moveTo>
                    <a:pt x="15709" y="3927"/>
                  </a:moveTo>
                  <a:lnTo>
                    <a:pt x="1964" y="3927"/>
                  </a:lnTo>
                  <a:cubicBezTo>
                    <a:pt x="879" y="3927"/>
                    <a:pt x="0" y="4806"/>
                    <a:pt x="0" y="5891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721"/>
                    <a:pt x="17673" y="19636"/>
                  </a:cubicBezTo>
                  <a:lnTo>
                    <a:pt x="17673" y="5891"/>
                  </a:lnTo>
                  <a:cubicBezTo>
                    <a:pt x="17673" y="4806"/>
                    <a:pt x="16794" y="3927"/>
                    <a:pt x="15709" y="3927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999306" y="1712260"/>
            <a:ext cx="1033988" cy="1052152"/>
            <a:chOff x="7999306" y="1712260"/>
            <a:chExt cx="1033988" cy="1052152"/>
          </a:xfrm>
        </p:grpSpPr>
        <p:sp>
          <p:nvSpPr>
            <p:cNvPr id="27" name="Oval 26"/>
            <p:cNvSpPr/>
            <p:nvPr/>
          </p:nvSpPr>
          <p:spPr>
            <a:xfrm>
              <a:off x="7999306" y="1712260"/>
              <a:ext cx="1033988" cy="1052152"/>
            </a:xfrm>
            <a:prstGeom prst="ellipse">
              <a:avLst/>
            </a:prstGeom>
            <a:noFill/>
            <a:ln w="12700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" name="Shape 2604"/>
            <p:cNvSpPr/>
            <p:nvPr/>
          </p:nvSpPr>
          <p:spPr>
            <a:xfrm>
              <a:off x="8376635" y="2127951"/>
              <a:ext cx="279328" cy="228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9600"/>
                  </a:moveTo>
                  <a:lnTo>
                    <a:pt x="17673" y="9600"/>
                  </a:lnTo>
                  <a:lnTo>
                    <a:pt x="17673" y="8400"/>
                  </a:lnTo>
                  <a:cubicBezTo>
                    <a:pt x="17673" y="7738"/>
                    <a:pt x="17233" y="7200"/>
                    <a:pt x="16691" y="7200"/>
                  </a:cubicBezTo>
                  <a:lnTo>
                    <a:pt x="14727" y="7200"/>
                  </a:lnTo>
                  <a:cubicBezTo>
                    <a:pt x="14186" y="7200"/>
                    <a:pt x="13745" y="7738"/>
                    <a:pt x="13745" y="8400"/>
                  </a:cubicBezTo>
                  <a:lnTo>
                    <a:pt x="13745" y="9600"/>
                  </a:lnTo>
                  <a:lnTo>
                    <a:pt x="7855" y="9600"/>
                  </a:lnTo>
                  <a:lnTo>
                    <a:pt x="7855" y="8400"/>
                  </a:lnTo>
                  <a:cubicBezTo>
                    <a:pt x="7855" y="7738"/>
                    <a:pt x="7414" y="7200"/>
                    <a:pt x="6873" y="7200"/>
                  </a:cubicBezTo>
                  <a:lnTo>
                    <a:pt x="4909" y="7200"/>
                  </a:lnTo>
                  <a:cubicBezTo>
                    <a:pt x="4367" y="7200"/>
                    <a:pt x="3927" y="7738"/>
                    <a:pt x="3927" y="8400"/>
                  </a:cubicBezTo>
                  <a:lnTo>
                    <a:pt x="3927" y="9600"/>
                  </a:lnTo>
                  <a:lnTo>
                    <a:pt x="982" y="9600"/>
                  </a:lnTo>
                  <a:lnTo>
                    <a:pt x="982" y="3601"/>
                  </a:lnTo>
                  <a:lnTo>
                    <a:pt x="20618" y="3601"/>
                  </a:lnTo>
                  <a:cubicBezTo>
                    <a:pt x="20618" y="3601"/>
                    <a:pt x="20618" y="9600"/>
                    <a:pt x="20618" y="9600"/>
                  </a:cubicBezTo>
                  <a:close/>
                  <a:moveTo>
                    <a:pt x="14727" y="8400"/>
                  </a:moveTo>
                  <a:lnTo>
                    <a:pt x="16691" y="8400"/>
                  </a:lnTo>
                  <a:lnTo>
                    <a:pt x="16691" y="12001"/>
                  </a:lnTo>
                  <a:lnTo>
                    <a:pt x="14727" y="12001"/>
                  </a:lnTo>
                  <a:cubicBezTo>
                    <a:pt x="14727" y="12001"/>
                    <a:pt x="14727" y="8400"/>
                    <a:pt x="14727" y="8400"/>
                  </a:cubicBezTo>
                  <a:close/>
                  <a:moveTo>
                    <a:pt x="4909" y="8400"/>
                  </a:moveTo>
                  <a:lnTo>
                    <a:pt x="6873" y="8400"/>
                  </a:lnTo>
                  <a:lnTo>
                    <a:pt x="6873" y="12001"/>
                  </a:lnTo>
                  <a:lnTo>
                    <a:pt x="4909" y="12001"/>
                  </a:lnTo>
                  <a:cubicBezTo>
                    <a:pt x="4909" y="12001"/>
                    <a:pt x="4909" y="8400"/>
                    <a:pt x="4909" y="8400"/>
                  </a:cubicBezTo>
                  <a:close/>
                  <a:moveTo>
                    <a:pt x="19636" y="20400"/>
                  </a:moveTo>
                  <a:lnTo>
                    <a:pt x="1964" y="20400"/>
                  </a:lnTo>
                  <a:lnTo>
                    <a:pt x="1964" y="10800"/>
                  </a:lnTo>
                  <a:lnTo>
                    <a:pt x="3927" y="10800"/>
                  </a:lnTo>
                  <a:lnTo>
                    <a:pt x="3927" y="12001"/>
                  </a:lnTo>
                  <a:cubicBezTo>
                    <a:pt x="3927" y="12662"/>
                    <a:pt x="4367" y="13200"/>
                    <a:pt x="4909" y="13200"/>
                  </a:cubicBezTo>
                  <a:lnTo>
                    <a:pt x="6873" y="13200"/>
                  </a:lnTo>
                  <a:cubicBezTo>
                    <a:pt x="7414" y="13200"/>
                    <a:pt x="7855" y="12662"/>
                    <a:pt x="7855" y="12001"/>
                  </a:cubicBezTo>
                  <a:lnTo>
                    <a:pt x="7855" y="10800"/>
                  </a:lnTo>
                  <a:lnTo>
                    <a:pt x="13745" y="10800"/>
                  </a:lnTo>
                  <a:lnTo>
                    <a:pt x="13745" y="12001"/>
                  </a:lnTo>
                  <a:cubicBezTo>
                    <a:pt x="13745" y="12662"/>
                    <a:pt x="14186" y="13200"/>
                    <a:pt x="14727" y="13200"/>
                  </a:cubicBezTo>
                  <a:lnTo>
                    <a:pt x="16691" y="13200"/>
                  </a:lnTo>
                  <a:cubicBezTo>
                    <a:pt x="17233" y="13200"/>
                    <a:pt x="17673" y="12662"/>
                    <a:pt x="17673" y="12001"/>
                  </a:cubicBezTo>
                  <a:lnTo>
                    <a:pt x="17673" y="10800"/>
                  </a:lnTo>
                  <a:lnTo>
                    <a:pt x="19636" y="10800"/>
                  </a:lnTo>
                  <a:cubicBezTo>
                    <a:pt x="19636" y="10800"/>
                    <a:pt x="19636" y="20400"/>
                    <a:pt x="19636" y="20400"/>
                  </a:cubicBezTo>
                  <a:close/>
                  <a:moveTo>
                    <a:pt x="8836" y="1200"/>
                  </a:moveTo>
                  <a:lnTo>
                    <a:pt x="12764" y="1200"/>
                  </a:lnTo>
                  <a:cubicBezTo>
                    <a:pt x="13305" y="1200"/>
                    <a:pt x="13745" y="1738"/>
                    <a:pt x="13745" y="2400"/>
                  </a:cubicBezTo>
                  <a:lnTo>
                    <a:pt x="7855" y="2400"/>
                  </a:lnTo>
                  <a:cubicBezTo>
                    <a:pt x="7855" y="1738"/>
                    <a:pt x="8295" y="1200"/>
                    <a:pt x="8836" y="1200"/>
                  </a:cubicBezTo>
                  <a:moveTo>
                    <a:pt x="20618" y="2400"/>
                  </a:moveTo>
                  <a:lnTo>
                    <a:pt x="14727" y="2400"/>
                  </a:lnTo>
                  <a:cubicBezTo>
                    <a:pt x="14727" y="1075"/>
                    <a:pt x="13848" y="0"/>
                    <a:pt x="12764" y="0"/>
                  </a:cubicBezTo>
                  <a:lnTo>
                    <a:pt x="8836" y="0"/>
                  </a:lnTo>
                  <a:cubicBezTo>
                    <a:pt x="7752" y="0"/>
                    <a:pt x="6873" y="1075"/>
                    <a:pt x="6873" y="2400"/>
                  </a:cubicBezTo>
                  <a:lnTo>
                    <a:pt x="982" y="2400"/>
                  </a:lnTo>
                  <a:cubicBezTo>
                    <a:pt x="440" y="2400"/>
                    <a:pt x="0" y="2938"/>
                    <a:pt x="0" y="3601"/>
                  </a:cubicBezTo>
                  <a:lnTo>
                    <a:pt x="0" y="9600"/>
                  </a:lnTo>
                  <a:cubicBezTo>
                    <a:pt x="0" y="10262"/>
                    <a:pt x="440" y="10800"/>
                    <a:pt x="982" y="10800"/>
                  </a:cubicBezTo>
                  <a:lnTo>
                    <a:pt x="982" y="20400"/>
                  </a:lnTo>
                  <a:cubicBezTo>
                    <a:pt x="982" y="21062"/>
                    <a:pt x="1422" y="21600"/>
                    <a:pt x="1964" y="21600"/>
                  </a:cubicBezTo>
                  <a:lnTo>
                    <a:pt x="19636" y="21600"/>
                  </a:lnTo>
                  <a:cubicBezTo>
                    <a:pt x="20178" y="21600"/>
                    <a:pt x="20618" y="21062"/>
                    <a:pt x="20618" y="20400"/>
                  </a:cubicBezTo>
                  <a:lnTo>
                    <a:pt x="20618" y="10800"/>
                  </a:lnTo>
                  <a:cubicBezTo>
                    <a:pt x="21160" y="10800"/>
                    <a:pt x="21600" y="10262"/>
                    <a:pt x="21600" y="9600"/>
                  </a:cubicBezTo>
                  <a:lnTo>
                    <a:pt x="21600" y="3601"/>
                  </a:lnTo>
                  <a:cubicBezTo>
                    <a:pt x="21600" y="2938"/>
                    <a:pt x="21160" y="2400"/>
                    <a:pt x="20618" y="2400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9584831" y="4485514"/>
            <a:ext cx="1033988" cy="1052152"/>
            <a:chOff x="9584831" y="4485514"/>
            <a:chExt cx="1033988" cy="1052152"/>
          </a:xfrm>
        </p:grpSpPr>
        <p:sp>
          <p:nvSpPr>
            <p:cNvPr id="32" name="Oval 31"/>
            <p:cNvSpPr/>
            <p:nvPr/>
          </p:nvSpPr>
          <p:spPr>
            <a:xfrm>
              <a:off x="9584831" y="4485514"/>
              <a:ext cx="1033988" cy="1052152"/>
            </a:xfrm>
            <a:prstGeom prst="ellipse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3" name="Shape 2611"/>
            <p:cNvSpPr/>
            <p:nvPr/>
          </p:nvSpPr>
          <p:spPr>
            <a:xfrm>
              <a:off x="9962161" y="4870228"/>
              <a:ext cx="279328" cy="25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161"/>
                  </a:moveTo>
                  <a:lnTo>
                    <a:pt x="13745" y="2161"/>
                  </a:lnTo>
                  <a:cubicBezTo>
                    <a:pt x="11782" y="2160"/>
                    <a:pt x="11782" y="0"/>
                    <a:pt x="9818" y="0"/>
                  </a:cubicBezTo>
                  <a:lnTo>
                    <a:pt x="5891" y="0"/>
                  </a:lnTo>
                  <a:cubicBezTo>
                    <a:pt x="4806" y="0"/>
                    <a:pt x="3927" y="967"/>
                    <a:pt x="3927" y="2161"/>
                  </a:cubicBezTo>
                  <a:lnTo>
                    <a:pt x="3927" y="2700"/>
                  </a:lnTo>
                  <a:cubicBezTo>
                    <a:pt x="3927" y="2999"/>
                    <a:pt x="4147" y="3240"/>
                    <a:pt x="4418" y="3240"/>
                  </a:cubicBezTo>
                  <a:cubicBezTo>
                    <a:pt x="4690" y="3240"/>
                    <a:pt x="4909" y="2999"/>
                    <a:pt x="4909" y="2700"/>
                  </a:cubicBezTo>
                  <a:lnTo>
                    <a:pt x="4909" y="2161"/>
                  </a:lnTo>
                  <a:cubicBezTo>
                    <a:pt x="4909" y="1564"/>
                    <a:pt x="5348" y="1080"/>
                    <a:pt x="5891" y="1080"/>
                  </a:cubicBezTo>
                  <a:lnTo>
                    <a:pt x="9818" y="1080"/>
                  </a:lnTo>
                  <a:cubicBezTo>
                    <a:pt x="11291" y="1080"/>
                    <a:pt x="11291" y="3239"/>
                    <a:pt x="13744" y="3240"/>
                  </a:cubicBezTo>
                  <a:lnTo>
                    <a:pt x="19636" y="3240"/>
                  </a:lnTo>
                  <a:cubicBezTo>
                    <a:pt x="20178" y="3240"/>
                    <a:pt x="20618" y="3724"/>
                    <a:pt x="20618" y="4321"/>
                  </a:cubicBezTo>
                  <a:lnTo>
                    <a:pt x="20618" y="15120"/>
                  </a:lnTo>
                  <a:cubicBezTo>
                    <a:pt x="20618" y="15717"/>
                    <a:pt x="20178" y="16200"/>
                    <a:pt x="19636" y="16200"/>
                  </a:cubicBezTo>
                  <a:lnTo>
                    <a:pt x="19145" y="16200"/>
                  </a:lnTo>
                  <a:cubicBezTo>
                    <a:pt x="18874" y="16200"/>
                    <a:pt x="18655" y="16442"/>
                    <a:pt x="18655" y="16740"/>
                  </a:cubicBezTo>
                  <a:cubicBezTo>
                    <a:pt x="18655" y="17039"/>
                    <a:pt x="18874" y="17280"/>
                    <a:pt x="19145" y="17280"/>
                  </a:cubicBezTo>
                  <a:lnTo>
                    <a:pt x="19636" y="17280"/>
                  </a:lnTo>
                  <a:cubicBezTo>
                    <a:pt x="20721" y="17280"/>
                    <a:pt x="21600" y="16314"/>
                    <a:pt x="21600" y="15120"/>
                  </a:cubicBezTo>
                  <a:lnTo>
                    <a:pt x="21600" y="4321"/>
                  </a:lnTo>
                  <a:cubicBezTo>
                    <a:pt x="21600" y="3127"/>
                    <a:pt x="20721" y="2161"/>
                    <a:pt x="19636" y="2161"/>
                  </a:cubicBezTo>
                  <a:moveTo>
                    <a:pt x="16691" y="9720"/>
                  </a:moveTo>
                  <a:lnTo>
                    <a:pt x="982" y="9720"/>
                  </a:lnTo>
                  <a:lnTo>
                    <a:pt x="982" y="6481"/>
                  </a:lnTo>
                  <a:cubicBezTo>
                    <a:pt x="982" y="5884"/>
                    <a:pt x="1421" y="5400"/>
                    <a:pt x="1964" y="5400"/>
                  </a:cubicBezTo>
                  <a:lnTo>
                    <a:pt x="5891" y="5400"/>
                  </a:lnTo>
                  <a:cubicBezTo>
                    <a:pt x="7364" y="5400"/>
                    <a:pt x="7364" y="7560"/>
                    <a:pt x="9818" y="7560"/>
                  </a:cubicBezTo>
                  <a:lnTo>
                    <a:pt x="15709" y="7560"/>
                  </a:lnTo>
                  <a:cubicBezTo>
                    <a:pt x="16251" y="7560"/>
                    <a:pt x="16691" y="8044"/>
                    <a:pt x="16691" y="8641"/>
                  </a:cubicBezTo>
                  <a:cubicBezTo>
                    <a:pt x="16691" y="8641"/>
                    <a:pt x="16691" y="9720"/>
                    <a:pt x="16691" y="9720"/>
                  </a:cubicBezTo>
                  <a:close/>
                  <a:moveTo>
                    <a:pt x="16691" y="19440"/>
                  </a:moveTo>
                  <a:cubicBezTo>
                    <a:pt x="16691" y="20037"/>
                    <a:pt x="16251" y="20520"/>
                    <a:pt x="15709" y="20520"/>
                  </a:cubicBezTo>
                  <a:lnTo>
                    <a:pt x="1964" y="20520"/>
                  </a:lnTo>
                  <a:cubicBezTo>
                    <a:pt x="1421" y="20520"/>
                    <a:pt x="982" y="20037"/>
                    <a:pt x="982" y="19440"/>
                  </a:cubicBezTo>
                  <a:lnTo>
                    <a:pt x="982" y="10801"/>
                  </a:lnTo>
                  <a:lnTo>
                    <a:pt x="16691" y="10801"/>
                  </a:lnTo>
                  <a:cubicBezTo>
                    <a:pt x="16691" y="10801"/>
                    <a:pt x="16691" y="19440"/>
                    <a:pt x="16691" y="19440"/>
                  </a:cubicBezTo>
                  <a:close/>
                  <a:moveTo>
                    <a:pt x="15709" y="6481"/>
                  </a:moveTo>
                  <a:lnTo>
                    <a:pt x="9818" y="6481"/>
                  </a:lnTo>
                  <a:cubicBezTo>
                    <a:pt x="7855" y="6480"/>
                    <a:pt x="7855" y="4320"/>
                    <a:pt x="5891" y="4320"/>
                  </a:cubicBezTo>
                  <a:lnTo>
                    <a:pt x="1964" y="4320"/>
                  </a:lnTo>
                  <a:cubicBezTo>
                    <a:pt x="879" y="4320"/>
                    <a:pt x="0" y="5287"/>
                    <a:pt x="0" y="6481"/>
                  </a:cubicBezTo>
                  <a:lnTo>
                    <a:pt x="0" y="19440"/>
                  </a:lnTo>
                  <a:cubicBezTo>
                    <a:pt x="0" y="20634"/>
                    <a:pt x="879" y="21600"/>
                    <a:pt x="1964" y="21600"/>
                  </a:cubicBezTo>
                  <a:lnTo>
                    <a:pt x="15709" y="21600"/>
                  </a:lnTo>
                  <a:cubicBezTo>
                    <a:pt x="16794" y="21600"/>
                    <a:pt x="17673" y="20634"/>
                    <a:pt x="17673" y="19440"/>
                  </a:cubicBezTo>
                  <a:lnTo>
                    <a:pt x="17673" y="8641"/>
                  </a:lnTo>
                  <a:cubicBezTo>
                    <a:pt x="17673" y="7447"/>
                    <a:pt x="16794" y="6481"/>
                    <a:pt x="15709" y="6481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734559" y="1712260"/>
            <a:ext cx="1033988" cy="1052152"/>
            <a:chOff x="4734559" y="1712260"/>
            <a:chExt cx="1033988" cy="1052152"/>
          </a:xfrm>
        </p:grpSpPr>
        <p:sp>
          <p:nvSpPr>
            <p:cNvPr id="37" name="Oval 36"/>
            <p:cNvSpPr/>
            <p:nvPr/>
          </p:nvSpPr>
          <p:spPr>
            <a:xfrm>
              <a:off x="4734559" y="1712260"/>
              <a:ext cx="1033988" cy="1052152"/>
            </a:xfrm>
            <a:prstGeom prst="ellipse">
              <a:avLst/>
            </a:prstGeom>
            <a:noFill/>
            <a:ln w="1270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8" name="Shape 2619"/>
            <p:cNvSpPr/>
            <p:nvPr/>
          </p:nvSpPr>
          <p:spPr>
            <a:xfrm>
              <a:off x="5111888" y="2098673"/>
              <a:ext cx="279328" cy="279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2364" y="11941"/>
                  </a:moveTo>
                  <a:lnTo>
                    <a:pt x="13062" y="14033"/>
                  </a:lnTo>
                  <a:lnTo>
                    <a:pt x="11365" y="12790"/>
                  </a:lnTo>
                  <a:lnTo>
                    <a:pt x="10785" y="12365"/>
                  </a:lnTo>
                  <a:lnTo>
                    <a:pt x="10205" y="12790"/>
                  </a:lnTo>
                  <a:lnTo>
                    <a:pt x="8508" y="14033"/>
                  </a:lnTo>
                  <a:lnTo>
                    <a:pt x="9206" y="11941"/>
                  </a:lnTo>
                  <a:lnTo>
                    <a:pt x="9426" y="11282"/>
                  </a:lnTo>
                  <a:lnTo>
                    <a:pt x="8877" y="10856"/>
                  </a:lnTo>
                  <a:lnTo>
                    <a:pt x="7511" y="9794"/>
                  </a:lnTo>
                  <a:lnTo>
                    <a:pt x="9790" y="9794"/>
                  </a:lnTo>
                  <a:lnTo>
                    <a:pt x="10030" y="9160"/>
                  </a:lnTo>
                  <a:lnTo>
                    <a:pt x="10785" y="7162"/>
                  </a:lnTo>
                  <a:lnTo>
                    <a:pt x="11540" y="9160"/>
                  </a:lnTo>
                  <a:lnTo>
                    <a:pt x="11779" y="9794"/>
                  </a:lnTo>
                  <a:lnTo>
                    <a:pt x="14059" y="9794"/>
                  </a:lnTo>
                  <a:lnTo>
                    <a:pt x="12692" y="10856"/>
                  </a:lnTo>
                  <a:lnTo>
                    <a:pt x="12144" y="11282"/>
                  </a:lnTo>
                  <a:cubicBezTo>
                    <a:pt x="12144" y="11282"/>
                    <a:pt x="12364" y="11941"/>
                    <a:pt x="12364" y="11941"/>
                  </a:cubicBezTo>
                  <a:close/>
                  <a:moveTo>
                    <a:pt x="12458" y="8813"/>
                  </a:moveTo>
                  <a:lnTo>
                    <a:pt x="10785" y="4384"/>
                  </a:lnTo>
                  <a:lnTo>
                    <a:pt x="9111" y="8813"/>
                  </a:lnTo>
                  <a:lnTo>
                    <a:pt x="4649" y="8813"/>
                  </a:lnTo>
                  <a:lnTo>
                    <a:pt x="8275" y="11631"/>
                  </a:lnTo>
                  <a:lnTo>
                    <a:pt x="6601" y="16647"/>
                  </a:lnTo>
                  <a:lnTo>
                    <a:pt x="10785" y="13582"/>
                  </a:lnTo>
                  <a:lnTo>
                    <a:pt x="14969" y="16647"/>
                  </a:lnTo>
                  <a:lnTo>
                    <a:pt x="13295" y="11631"/>
                  </a:lnTo>
                  <a:lnTo>
                    <a:pt x="16921" y="8813"/>
                  </a:lnTo>
                  <a:cubicBezTo>
                    <a:pt x="16921" y="8813"/>
                    <a:pt x="12458" y="8813"/>
                    <a:pt x="12458" y="8813"/>
                  </a:cubicBezTo>
                  <a:close/>
                  <a:moveTo>
                    <a:pt x="10800" y="20592"/>
                  </a:moveTo>
                  <a:cubicBezTo>
                    <a:pt x="9796" y="20381"/>
                    <a:pt x="982" y="17399"/>
                    <a:pt x="982" y="12263"/>
                  </a:cubicBezTo>
                  <a:cubicBezTo>
                    <a:pt x="982" y="7469"/>
                    <a:pt x="2322" y="2919"/>
                    <a:pt x="2778" y="1179"/>
                  </a:cubicBezTo>
                  <a:cubicBezTo>
                    <a:pt x="4022" y="1719"/>
                    <a:pt x="7232" y="2943"/>
                    <a:pt x="10800" y="2943"/>
                  </a:cubicBezTo>
                  <a:cubicBezTo>
                    <a:pt x="14368" y="2943"/>
                    <a:pt x="17579" y="1719"/>
                    <a:pt x="18823" y="1179"/>
                  </a:cubicBezTo>
                  <a:cubicBezTo>
                    <a:pt x="19278" y="2918"/>
                    <a:pt x="20618" y="7466"/>
                    <a:pt x="20618" y="12263"/>
                  </a:cubicBezTo>
                  <a:cubicBezTo>
                    <a:pt x="20618" y="17393"/>
                    <a:pt x="11803" y="20381"/>
                    <a:pt x="10800" y="20592"/>
                  </a:cubicBezTo>
                  <a:moveTo>
                    <a:pt x="19618" y="356"/>
                  </a:moveTo>
                  <a:cubicBezTo>
                    <a:pt x="19577" y="216"/>
                    <a:pt x="19477" y="101"/>
                    <a:pt x="19343" y="42"/>
                  </a:cubicBezTo>
                  <a:cubicBezTo>
                    <a:pt x="19210" y="-17"/>
                    <a:pt x="19057" y="-13"/>
                    <a:pt x="18926" y="52"/>
                  </a:cubicBezTo>
                  <a:cubicBezTo>
                    <a:pt x="18888" y="71"/>
                    <a:pt x="15053" y="1962"/>
                    <a:pt x="10800" y="1962"/>
                  </a:cubicBezTo>
                  <a:cubicBezTo>
                    <a:pt x="6556" y="1962"/>
                    <a:pt x="2712" y="71"/>
                    <a:pt x="2674" y="52"/>
                  </a:cubicBezTo>
                  <a:cubicBezTo>
                    <a:pt x="2543" y="-13"/>
                    <a:pt x="2391" y="-17"/>
                    <a:pt x="2257" y="42"/>
                  </a:cubicBezTo>
                  <a:cubicBezTo>
                    <a:pt x="2124" y="101"/>
                    <a:pt x="2023" y="216"/>
                    <a:pt x="1983" y="356"/>
                  </a:cubicBezTo>
                  <a:cubicBezTo>
                    <a:pt x="1963" y="426"/>
                    <a:pt x="0" y="6376"/>
                    <a:pt x="0" y="12263"/>
                  </a:cubicBezTo>
                  <a:cubicBezTo>
                    <a:pt x="0" y="18484"/>
                    <a:pt x="10271" y="21491"/>
                    <a:pt x="10708" y="21575"/>
                  </a:cubicBezTo>
                  <a:cubicBezTo>
                    <a:pt x="10739" y="21580"/>
                    <a:pt x="10770" y="21583"/>
                    <a:pt x="10800" y="21583"/>
                  </a:cubicBezTo>
                  <a:cubicBezTo>
                    <a:pt x="10831" y="21583"/>
                    <a:pt x="10862" y="21580"/>
                    <a:pt x="10892" y="21575"/>
                  </a:cubicBezTo>
                  <a:cubicBezTo>
                    <a:pt x="11329" y="21491"/>
                    <a:pt x="21600" y="18484"/>
                    <a:pt x="21600" y="12263"/>
                  </a:cubicBezTo>
                  <a:cubicBezTo>
                    <a:pt x="21600" y="6376"/>
                    <a:pt x="19637" y="426"/>
                    <a:pt x="19618" y="356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317301" y="4485514"/>
            <a:ext cx="1033988" cy="1052152"/>
            <a:chOff x="6317301" y="4485514"/>
            <a:chExt cx="1033988" cy="1052152"/>
          </a:xfrm>
        </p:grpSpPr>
        <p:sp>
          <p:nvSpPr>
            <p:cNvPr id="42" name="Oval 41"/>
            <p:cNvSpPr/>
            <p:nvPr/>
          </p:nvSpPr>
          <p:spPr>
            <a:xfrm>
              <a:off x="6317301" y="4485514"/>
              <a:ext cx="1033988" cy="1052152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3" name="Shape 2620"/>
            <p:cNvSpPr/>
            <p:nvPr/>
          </p:nvSpPr>
          <p:spPr>
            <a:xfrm>
              <a:off x="6694629" y="4871926"/>
              <a:ext cx="279328" cy="254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44" extrusionOk="0">
                  <a:moveTo>
                    <a:pt x="20618" y="7406"/>
                  </a:moveTo>
                  <a:lnTo>
                    <a:pt x="13580" y="7406"/>
                  </a:lnTo>
                  <a:cubicBezTo>
                    <a:pt x="13156" y="6803"/>
                    <a:pt x="12718" y="6095"/>
                    <a:pt x="12319" y="5293"/>
                  </a:cubicBezTo>
                  <a:lnTo>
                    <a:pt x="20618" y="5293"/>
                  </a:lnTo>
                  <a:cubicBezTo>
                    <a:pt x="20618" y="5293"/>
                    <a:pt x="20618" y="7406"/>
                    <a:pt x="20618" y="7406"/>
                  </a:cubicBezTo>
                  <a:close/>
                  <a:moveTo>
                    <a:pt x="19636" y="13747"/>
                  </a:moveTo>
                  <a:lnTo>
                    <a:pt x="11291" y="13747"/>
                  </a:lnTo>
                  <a:lnTo>
                    <a:pt x="11291" y="8463"/>
                  </a:lnTo>
                  <a:lnTo>
                    <a:pt x="13090" y="8463"/>
                  </a:lnTo>
                  <a:cubicBezTo>
                    <a:pt x="14022" y="9712"/>
                    <a:pt x="14815" y="10437"/>
                    <a:pt x="14882" y="10497"/>
                  </a:cubicBezTo>
                  <a:cubicBezTo>
                    <a:pt x="15009" y="10610"/>
                    <a:pt x="15174" y="10644"/>
                    <a:pt x="15323" y="10601"/>
                  </a:cubicBezTo>
                  <a:cubicBezTo>
                    <a:pt x="15418" y="10574"/>
                    <a:pt x="15505" y="10516"/>
                    <a:pt x="15573" y="10429"/>
                  </a:cubicBezTo>
                  <a:cubicBezTo>
                    <a:pt x="15746" y="10205"/>
                    <a:pt x="15718" y="9871"/>
                    <a:pt x="15510" y="9684"/>
                  </a:cubicBezTo>
                  <a:cubicBezTo>
                    <a:pt x="15498" y="9674"/>
                    <a:pt x="15023" y="9238"/>
                    <a:pt x="14383" y="8463"/>
                  </a:cubicBezTo>
                  <a:lnTo>
                    <a:pt x="19636" y="8463"/>
                  </a:lnTo>
                  <a:cubicBezTo>
                    <a:pt x="19636" y="8463"/>
                    <a:pt x="19636" y="13747"/>
                    <a:pt x="19636" y="13747"/>
                  </a:cubicBezTo>
                  <a:close/>
                  <a:moveTo>
                    <a:pt x="19636" y="20087"/>
                  </a:moveTo>
                  <a:lnTo>
                    <a:pt x="11291" y="20087"/>
                  </a:lnTo>
                  <a:lnTo>
                    <a:pt x="11291" y="14803"/>
                  </a:lnTo>
                  <a:lnTo>
                    <a:pt x="19636" y="14803"/>
                  </a:lnTo>
                  <a:cubicBezTo>
                    <a:pt x="19636" y="14803"/>
                    <a:pt x="19636" y="20087"/>
                    <a:pt x="19636" y="20087"/>
                  </a:cubicBezTo>
                  <a:close/>
                  <a:moveTo>
                    <a:pt x="11291" y="5461"/>
                  </a:moveTo>
                  <a:cubicBezTo>
                    <a:pt x="11626" y="6178"/>
                    <a:pt x="11991" y="6828"/>
                    <a:pt x="12360" y="7406"/>
                  </a:cubicBezTo>
                  <a:lnTo>
                    <a:pt x="11291" y="7406"/>
                  </a:lnTo>
                  <a:cubicBezTo>
                    <a:pt x="11291" y="7406"/>
                    <a:pt x="11291" y="5461"/>
                    <a:pt x="11291" y="5461"/>
                  </a:cubicBezTo>
                  <a:close/>
                  <a:moveTo>
                    <a:pt x="12871" y="1481"/>
                  </a:moveTo>
                  <a:cubicBezTo>
                    <a:pt x="14045" y="751"/>
                    <a:pt x="15436" y="979"/>
                    <a:pt x="15979" y="1990"/>
                  </a:cubicBezTo>
                  <a:cubicBezTo>
                    <a:pt x="16343" y="2668"/>
                    <a:pt x="16223" y="3523"/>
                    <a:pt x="15755" y="4236"/>
                  </a:cubicBezTo>
                  <a:lnTo>
                    <a:pt x="11845" y="4236"/>
                  </a:lnTo>
                  <a:cubicBezTo>
                    <a:pt x="11740" y="3975"/>
                    <a:pt x="11641" y="3708"/>
                    <a:pt x="11550" y="3432"/>
                  </a:cubicBezTo>
                  <a:cubicBezTo>
                    <a:pt x="11653" y="2691"/>
                    <a:pt x="12120" y="1947"/>
                    <a:pt x="12871" y="1481"/>
                  </a:cubicBezTo>
                  <a:moveTo>
                    <a:pt x="10309" y="7406"/>
                  </a:moveTo>
                  <a:lnTo>
                    <a:pt x="9224" y="7406"/>
                  </a:lnTo>
                  <a:cubicBezTo>
                    <a:pt x="9600" y="6819"/>
                    <a:pt x="9970" y="6158"/>
                    <a:pt x="10309" y="5429"/>
                  </a:cubicBezTo>
                  <a:cubicBezTo>
                    <a:pt x="10309" y="5429"/>
                    <a:pt x="10309" y="7406"/>
                    <a:pt x="10309" y="7406"/>
                  </a:cubicBezTo>
                  <a:close/>
                  <a:moveTo>
                    <a:pt x="10309" y="13747"/>
                  </a:moveTo>
                  <a:lnTo>
                    <a:pt x="1964" y="13747"/>
                  </a:lnTo>
                  <a:lnTo>
                    <a:pt x="1964" y="8463"/>
                  </a:lnTo>
                  <a:lnTo>
                    <a:pt x="7202" y="8463"/>
                  </a:lnTo>
                  <a:cubicBezTo>
                    <a:pt x="6563" y="9238"/>
                    <a:pt x="6087" y="9674"/>
                    <a:pt x="6075" y="9684"/>
                  </a:cubicBezTo>
                  <a:cubicBezTo>
                    <a:pt x="5867" y="9871"/>
                    <a:pt x="5839" y="10205"/>
                    <a:pt x="6012" y="10429"/>
                  </a:cubicBezTo>
                  <a:cubicBezTo>
                    <a:pt x="6080" y="10516"/>
                    <a:pt x="6167" y="10574"/>
                    <a:pt x="6261" y="10601"/>
                  </a:cubicBezTo>
                  <a:cubicBezTo>
                    <a:pt x="6411" y="10644"/>
                    <a:pt x="6575" y="10610"/>
                    <a:pt x="6703" y="10497"/>
                  </a:cubicBezTo>
                  <a:cubicBezTo>
                    <a:pt x="6770" y="10437"/>
                    <a:pt x="7563" y="9712"/>
                    <a:pt x="8495" y="8463"/>
                  </a:cubicBezTo>
                  <a:lnTo>
                    <a:pt x="10309" y="8463"/>
                  </a:lnTo>
                  <a:cubicBezTo>
                    <a:pt x="10309" y="8463"/>
                    <a:pt x="10309" y="13747"/>
                    <a:pt x="10309" y="13747"/>
                  </a:cubicBezTo>
                  <a:close/>
                  <a:moveTo>
                    <a:pt x="10309" y="20087"/>
                  </a:moveTo>
                  <a:lnTo>
                    <a:pt x="1964" y="20087"/>
                  </a:lnTo>
                  <a:lnTo>
                    <a:pt x="1964" y="14803"/>
                  </a:lnTo>
                  <a:lnTo>
                    <a:pt x="10309" y="14803"/>
                  </a:lnTo>
                  <a:cubicBezTo>
                    <a:pt x="10309" y="14803"/>
                    <a:pt x="10309" y="20087"/>
                    <a:pt x="10309" y="20087"/>
                  </a:cubicBezTo>
                  <a:close/>
                  <a:moveTo>
                    <a:pt x="982" y="7406"/>
                  </a:moveTo>
                  <a:lnTo>
                    <a:pt x="982" y="5293"/>
                  </a:lnTo>
                  <a:lnTo>
                    <a:pt x="9266" y="5293"/>
                  </a:lnTo>
                  <a:cubicBezTo>
                    <a:pt x="8867" y="6095"/>
                    <a:pt x="8429" y="6803"/>
                    <a:pt x="8005" y="7406"/>
                  </a:cubicBezTo>
                  <a:cubicBezTo>
                    <a:pt x="8005" y="7406"/>
                    <a:pt x="982" y="7406"/>
                    <a:pt x="982" y="7406"/>
                  </a:cubicBezTo>
                  <a:close/>
                  <a:moveTo>
                    <a:pt x="5606" y="1990"/>
                  </a:moveTo>
                  <a:cubicBezTo>
                    <a:pt x="6148" y="980"/>
                    <a:pt x="7540" y="751"/>
                    <a:pt x="8714" y="1481"/>
                  </a:cubicBezTo>
                  <a:cubicBezTo>
                    <a:pt x="9465" y="1948"/>
                    <a:pt x="9931" y="2692"/>
                    <a:pt x="10035" y="3433"/>
                  </a:cubicBezTo>
                  <a:cubicBezTo>
                    <a:pt x="9944" y="3708"/>
                    <a:pt x="9845" y="3975"/>
                    <a:pt x="9740" y="4236"/>
                  </a:cubicBezTo>
                  <a:lnTo>
                    <a:pt x="5830" y="4236"/>
                  </a:lnTo>
                  <a:cubicBezTo>
                    <a:pt x="5362" y="3523"/>
                    <a:pt x="5242" y="2668"/>
                    <a:pt x="5606" y="1990"/>
                  </a:cubicBezTo>
                  <a:moveTo>
                    <a:pt x="20618" y="4236"/>
                  </a:moveTo>
                  <a:lnTo>
                    <a:pt x="16874" y="4236"/>
                  </a:lnTo>
                  <a:cubicBezTo>
                    <a:pt x="17259" y="3325"/>
                    <a:pt x="17284" y="2310"/>
                    <a:pt x="16829" y="1461"/>
                  </a:cubicBezTo>
                  <a:cubicBezTo>
                    <a:pt x="16015" y="-54"/>
                    <a:pt x="14024" y="-456"/>
                    <a:pt x="12380" y="565"/>
                  </a:cubicBezTo>
                  <a:cubicBezTo>
                    <a:pt x="11747" y="959"/>
                    <a:pt x="11277" y="1511"/>
                    <a:pt x="10965" y="2122"/>
                  </a:cubicBezTo>
                  <a:cubicBezTo>
                    <a:pt x="10949" y="2115"/>
                    <a:pt x="10937" y="2103"/>
                    <a:pt x="10920" y="2098"/>
                  </a:cubicBezTo>
                  <a:cubicBezTo>
                    <a:pt x="10909" y="2095"/>
                    <a:pt x="10899" y="2097"/>
                    <a:pt x="10888" y="2095"/>
                  </a:cubicBezTo>
                  <a:cubicBezTo>
                    <a:pt x="10861" y="2089"/>
                    <a:pt x="10834" y="2089"/>
                    <a:pt x="10806" y="2088"/>
                  </a:cubicBezTo>
                  <a:cubicBezTo>
                    <a:pt x="10782" y="2089"/>
                    <a:pt x="10759" y="2089"/>
                    <a:pt x="10735" y="2093"/>
                  </a:cubicBezTo>
                  <a:cubicBezTo>
                    <a:pt x="10712" y="2096"/>
                    <a:pt x="10689" y="2090"/>
                    <a:pt x="10665" y="2098"/>
                  </a:cubicBezTo>
                  <a:cubicBezTo>
                    <a:pt x="10648" y="2103"/>
                    <a:pt x="10636" y="2115"/>
                    <a:pt x="10620" y="2122"/>
                  </a:cubicBezTo>
                  <a:cubicBezTo>
                    <a:pt x="10307" y="1511"/>
                    <a:pt x="9837" y="959"/>
                    <a:pt x="9205" y="566"/>
                  </a:cubicBezTo>
                  <a:cubicBezTo>
                    <a:pt x="7561" y="-456"/>
                    <a:pt x="5569" y="-54"/>
                    <a:pt x="4755" y="1461"/>
                  </a:cubicBezTo>
                  <a:cubicBezTo>
                    <a:pt x="4301" y="2310"/>
                    <a:pt x="4325" y="3325"/>
                    <a:pt x="4711" y="4236"/>
                  </a:cubicBezTo>
                  <a:lnTo>
                    <a:pt x="982" y="4236"/>
                  </a:lnTo>
                  <a:cubicBezTo>
                    <a:pt x="440" y="4236"/>
                    <a:pt x="0" y="4709"/>
                    <a:pt x="0" y="5293"/>
                  </a:cubicBezTo>
                  <a:lnTo>
                    <a:pt x="0" y="7406"/>
                  </a:lnTo>
                  <a:cubicBezTo>
                    <a:pt x="0" y="7990"/>
                    <a:pt x="440" y="8463"/>
                    <a:pt x="982" y="8463"/>
                  </a:cubicBezTo>
                  <a:lnTo>
                    <a:pt x="982" y="20087"/>
                  </a:lnTo>
                  <a:cubicBezTo>
                    <a:pt x="982" y="20671"/>
                    <a:pt x="1422" y="21144"/>
                    <a:pt x="1964" y="21144"/>
                  </a:cubicBezTo>
                  <a:lnTo>
                    <a:pt x="19636" y="21144"/>
                  </a:lnTo>
                  <a:cubicBezTo>
                    <a:pt x="20178" y="21144"/>
                    <a:pt x="20618" y="20671"/>
                    <a:pt x="20618" y="20087"/>
                  </a:cubicBezTo>
                  <a:lnTo>
                    <a:pt x="20618" y="8463"/>
                  </a:lnTo>
                  <a:cubicBezTo>
                    <a:pt x="21160" y="8463"/>
                    <a:pt x="21600" y="7990"/>
                    <a:pt x="21600" y="7406"/>
                  </a:cubicBezTo>
                  <a:lnTo>
                    <a:pt x="21600" y="5293"/>
                  </a:lnTo>
                  <a:cubicBezTo>
                    <a:pt x="21600" y="4709"/>
                    <a:pt x="21160" y="4236"/>
                    <a:pt x="20618" y="4236"/>
                  </a:cubicBezTo>
                </a:path>
              </a:pathLst>
            </a:custGeom>
            <a:solidFill>
              <a:schemeClr val="tx2"/>
            </a:solidFill>
            <a:ln w="12700">
              <a:miter lim="400000"/>
            </a:ln>
          </p:spPr>
          <p:txBody>
            <a:bodyPr lIns="19045" tIns="19045" rIns="19045" bIns="19045" anchor="ctr"/>
            <a:lstStyle/>
            <a:p>
              <a:pPr defTabSz="228600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latin typeface="Source Sans Pro Light" charset="0"/>
                <a:ea typeface="Source Sans Pro Light" charset="0"/>
                <a:cs typeface="Source Sans Pro Light" charset="0"/>
              </a:endParaRPr>
            </a:p>
          </p:txBody>
        </p:sp>
      </p:grpSp>
      <p:sp>
        <p:nvSpPr>
          <p:cNvPr id="44" name="矩形 36"/>
          <p:cNvSpPr/>
          <p:nvPr/>
        </p:nvSpPr>
        <p:spPr>
          <a:xfrm>
            <a:off x="2663808" y="1706746"/>
            <a:ext cx="1632373" cy="109086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5" name="矩形 36"/>
          <p:cNvSpPr/>
          <p:nvPr/>
        </p:nvSpPr>
        <p:spPr>
          <a:xfrm>
            <a:off x="5989602" y="1670006"/>
            <a:ext cx="1632373" cy="109086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6" name="矩形 36"/>
          <p:cNvSpPr/>
          <p:nvPr/>
        </p:nvSpPr>
        <p:spPr>
          <a:xfrm>
            <a:off x="9243020" y="1670006"/>
            <a:ext cx="1632373" cy="109086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7" name="矩形 36"/>
          <p:cNvSpPr/>
          <p:nvPr/>
        </p:nvSpPr>
        <p:spPr>
          <a:xfrm>
            <a:off x="7728373" y="4466156"/>
            <a:ext cx="1632373" cy="109086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8" name="矩形 36"/>
          <p:cNvSpPr/>
          <p:nvPr/>
        </p:nvSpPr>
        <p:spPr>
          <a:xfrm>
            <a:off x="4496263" y="4466156"/>
            <a:ext cx="1632373" cy="109086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9" name="矩形 36"/>
          <p:cNvSpPr/>
          <p:nvPr/>
        </p:nvSpPr>
        <p:spPr>
          <a:xfrm>
            <a:off x="1231516" y="4466156"/>
            <a:ext cx="1632373" cy="1090868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40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50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52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84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168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753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337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922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/>
          <p:nvPr/>
        </p:nvGrpSpPr>
        <p:grpSpPr>
          <a:xfrm>
            <a:off x="4175760" y="1795532"/>
            <a:ext cx="3892500" cy="3892500"/>
            <a:chOff x="4175760" y="2294296"/>
            <a:chExt cx="3892500" cy="3892500"/>
          </a:xfrm>
        </p:grpSpPr>
        <p:grpSp>
          <p:nvGrpSpPr>
            <p:cNvPr id="3" name="Group 7"/>
            <p:cNvGrpSpPr/>
            <p:nvPr/>
          </p:nvGrpSpPr>
          <p:grpSpPr>
            <a:xfrm>
              <a:off x="4175760" y="2294296"/>
              <a:ext cx="3892500" cy="3892500"/>
              <a:chOff x="4150894" y="1907632"/>
              <a:chExt cx="3892500" cy="3892500"/>
            </a:xfrm>
          </p:grpSpPr>
          <p:sp>
            <p:nvSpPr>
              <p:cNvPr id="5" name="Freeform 3"/>
              <p:cNvSpPr/>
              <p:nvPr/>
            </p:nvSpPr>
            <p:spPr>
              <a:xfrm>
                <a:off x="4150894" y="1907632"/>
                <a:ext cx="1905000" cy="1905000"/>
              </a:xfrm>
              <a:custGeom>
                <a:avLst/>
                <a:gdLst>
                  <a:gd name="connsiteX0" fmla="*/ 1905000 w 1905000"/>
                  <a:gd name="connsiteY0" fmla="*/ 0 h 1905000"/>
                  <a:gd name="connsiteX1" fmla="*/ 1905000 w 1905000"/>
                  <a:gd name="connsiteY1" fmla="*/ 1905000 h 1905000"/>
                  <a:gd name="connsiteX2" fmla="*/ 0 w 1905000"/>
                  <a:gd name="connsiteY2" fmla="*/ 1905000 h 1905000"/>
                  <a:gd name="connsiteX3" fmla="*/ 1905000 w 1905000"/>
                  <a:gd name="connsiteY3" fmla="*/ 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00" h="1905000">
                    <a:moveTo>
                      <a:pt x="1905000" y="0"/>
                    </a:moveTo>
                    <a:lnTo>
                      <a:pt x="1905000" y="1905000"/>
                    </a:lnTo>
                    <a:lnTo>
                      <a:pt x="0" y="1905000"/>
                    </a:lnTo>
                    <a:cubicBezTo>
                      <a:pt x="0" y="852898"/>
                      <a:pt x="852898" y="0"/>
                      <a:pt x="19050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254000" bIns="381000" rtlCol="0" anchor="b"/>
              <a:lstStyle/>
              <a:p>
                <a:pPr algn="r"/>
                <a:endParaRPr lang="en-US" sz="1400" b="1" dirty="0">
                  <a:solidFill>
                    <a:srgbClr val="FFFFFF"/>
                  </a:solidFill>
                  <a:ea typeface="Roboto Light" charset="0"/>
                  <a:cs typeface="Roboto Light" charset="0"/>
                </a:endParaRPr>
              </a:p>
            </p:txBody>
          </p:sp>
          <p:sp>
            <p:nvSpPr>
              <p:cNvPr id="6" name="Freeform 4"/>
              <p:cNvSpPr/>
              <p:nvPr/>
            </p:nvSpPr>
            <p:spPr>
              <a:xfrm>
                <a:off x="6138394" y="1907632"/>
                <a:ext cx="1905000" cy="1905000"/>
              </a:xfrm>
              <a:custGeom>
                <a:avLst/>
                <a:gdLst>
                  <a:gd name="connsiteX0" fmla="*/ 0 w 1905000"/>
                  <a:gd name="connsiteY0" fmla="*/ 0 h 1905000"/>
                  <a:gd name="connsiteX1" fmla="*/ 1905000 w 1905000"/>
                  <a:gd name="connsiteY1" fmla="*/ 1905000 h 1905000"/>
                  <a:gd name="connsiteX2" fmla="*/ 0 w 1905000"/>
                  <a:gd name="connsiteY2" fmla="*/ 190500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000" h="1905000">
                    <a:moveTo>
                      <a:pt x="0" y="0"/>
                    </a:moveTo>
                    <a:cubicBezTo>
                      <a:pt x="1052102" y="0"/>
                      <a:pt x="1905000" y="852898"/>
                      <a:pt x="1905000" y="1905000"/>
                    </a:cubicBezTo>
                    <a:lnTo>
                      <a:pt x="0" y="1905000"/>
                    </a:lnTo>
                    <a:close/>
                  </a:path>
                </a:pathLst>
              </a:custGeom>
              <a:solidFill>
                <a:schemeClr val="accent2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00" bIns="381000" rtlCol="0" anchor="b"/>
              <a:lstStyle/>
              <a:p>
                <a:endParaRPr lang="en-US" sz="1400" b="1" dirty="0">
                  <a:solidFill>
                    <a:srgbClr val="FFFFFF"/>
                  </a:solidFill>
                  <a:ea typeface="Roboto Light" charset="0"/>
                  <a:cs typeface="Roboto Light" charset="0"/>
                </a:endParaRPr>
              </a:p>
            </p:txBody>
          </p:sp>
          <p:sp>
            <p:nvSpPr>
              <p:cNvPr id="7" name="Freeform 5"/>
              <p:cNvSpPr/>
              <p:nvPr/>
            </p:nvSpPr>
            <p:spPr>
              <a:xfrm>
                <a:off x="4150894" y="3895132"/>
                <a:ext cx="1905000" cy="1905000"/>
              </a:xfrm>
              <a:custGeom>
                <a:avLst/>
                <a:gdLst>
                  <a:gd name="connsiteX0" fmla="*/ 0 w 1905000"/>
                  <a:gd name="connsiteY0" fmla="*/ 0 h 1905000"/>
                  <a:gd name="connsiteX1" fmla="*/ 1905000 w 1905000"/>
                  <a:gd name="connsiteY1" fmla="*/ 0 h 1905000"/>
                  <a:gd name="connsiteX2" fmla="*/ 1905000 w 1905000"/>
                  <a:gd name="connsiteY2" fmla="*/ 1905000 h 1905000"/>
                  <a:gd name="connsiteX3" fmla="*/ 0 w 1905000"/>
                  <a:gd name="connsiteY3" fmla="*/ 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05000" h="1905000">
                    <a:moveTo>
                      <a:pt x="0" y="0"/>
                    </a:moveTo>
                    <a:lnTo>
                      <a:pt x="1905000" y="0"/>
                    </a:lnTo>
                    <a:lnTo>
                      <a:pt x="1905000" y="1905000"/>
                    </a:lnTo>
                    <a:cubicBezTo>
                      <a:pt x="852898" y="1905000"/>
                      <a:pt x="0" y="1052102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81000" rIns="254000" rtlCol="0" anchor="t"/>
              <a:lstStyle/>
              <a:p>
                <a:pPr algn="r"/>
                <a:endParaRPr lang="en-US" sz="1400" b="1" dirty="0">
                  <a:solidFill>
                    <a:srgbClr val="FFFFFF"/>
                  </a:solidFill>
                  <a:ea typeface="Roboto Light" charset="0"/>
                  <a:cs typeface="Roboto Light" charset="0"/>
                </a:endParaRPr>
              </a:p>
            </p:txBody>
          </p:sp>
          <p:sp>
            <p:nvSpPr>
              <p:cNvPr id="8" name="Freeform 6"/>
              <p:cNvSpPr/>
              <p:nvPr/>
            </p:nvSpPr>
            <p:spPr>
              <a:xfrm>
                <a:off x="6138394" y="3895132"/>
                <a:ext cx="1905000" cy="1905000"/>
              </a:xfrm>
              <a:custGeom>
                <a:avLst/>
                <a:gdLst>
                  <a:gd name="connsiteX0" fmla="*/ 0 w 1905000"/>
                  <a:gd name="connsiteY0" fmla="*/ 0 h 1905000"/>
                  <a:gd name="connsiteX1" fmla="*/ 1905000 w 1905000"/>
                  <a:gd name="connsiteY1" fmla="*/ 0 h 1905000"/>
                  <a:gd name="connsiteX2" fmla="*/ 0 w 1905000"/>
                  <a:gd name="connsiteY2" fmla="*/ 1905000 h 190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5000" h="1905000">
                    <a:moveTo>
                      <a:pt x="0" y="0"/>
                    </a:moveTo>
                    <a:lnTo>
                      <a:pt x="1905000" y="0"/>
                    </a:lnTo>
                    <a:cubicBezTo>
                      <a:pt x="1905000" y="1052102"/>
                      <a:pt x="1052102" y="1905000"/>
                      <a:pt x="0" y="1905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54000" tIns="381000" bIns="381000" rtlCol="0" anchor="t"/>
              <a:lstStyle/>
              <a:p>
                <a:endParaRPr lang="en-US" sz="1400" b="1" dirty="0">
                  <a:solidFill>
                    <a:srgbClr val="FFFFFF"/>
                  </a:solidFill>
                  <a:ea typeface="Roboto Light" charset="0"/>
                  <a:cs typeface="Roboto Light" charset="0"/>
                </a:endParaRPr>
              </a:p>
            </p:txBody>
          </p:sp>
        </p:grpSp>
        <p:sp>
          <p:nvSpPr>
            <p:cNvPr id="4" name="Oval 8"/>
            <p:cNvSpPr/>
            <p:nvPr/>
          </p:nvSpPr>
          <p:spPr>
            <a:xfrm>
              <a:off x="5544669" y="3689217"/>
              <a:ext cx="1102659" cy="1102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9" name="Rectangle 29"/>
          <p:cNvSpPr/>
          <p:nvPr/>
        </p:nvSpPr>
        <p:spPr>
          <a:xfrm>
            <a:off x="8498334" y="2401799"/>
            <a:ext cx="200948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0" name="Rectangle 30"/>
          <p:cNvSpPr/>
          <p:nvPr/>
        </p:nvSpPr>
        <p:spPr>
          <a:xfrm>
            <a:off x="8498334" y="2072269"/>
            <a:ext cx="17487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02.</a:t>
            </a: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11" name="Rectangle 29"/>
          <p:cNvSpPr/>
          <p:nvPr/>
        </p:nvSpPr>
        <p:spPr>
          <a:xfrm>
            <a:off x="8498334" y="4622642"/>
            <a:ext cx="200948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2" name="Rectangle 30"/>
          <p:cNvSpPr/>
          <p:nvPr/>
        </p:nvSpPr>
        <p:spPr>
          <a:xfrm>
            <a:off x="8498334" y="4293112"/>
            <a:ext cx="18938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04.</a:t>
            </a: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13" name="Rectangle 29"/>
          <p:cNvSpPr/>
          <p:nvPr/>
        </p:nvSpPr>
        <p:spPr>
          <a:xfrm>
            <a:off x="1597092" y="2353485"/>
            <a:ext cx="200948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4" name="Rectangle 30"/>
          <p:cNvSpPr/>
          <p:nvPr/>
        </p:nvSpPr>
        <p:spPr>
          <a:xfrm>
            <a:off x="1944915" y="2023955"/>
            <a:ext cx="16616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01.</a:t>
            </a: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15" name="Rectangle 29"/>
          <p:cNvSpPr/>
          <p:nvPr/>
        </p:nvSpPr>
        <p:spPr>
          <a:xfrm>
            <a:off x="1597092" y="4574328"/>
            <a:ext cx="2009488" cy="817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16" name="Rectangle 30"/>
          <p:cNvSpPr/>
          <p:nvPr/>
        </p:nvSpPr>
        <p:spPr>
          <a:xfrm>
            <a:off x="1944915" y="4244798"/>
            <a:ext cx="1661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03.</a:t>
            </a: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18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9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21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/>
          <p:nvPr/>
        </p:nvSpPr>
        <p:spPr>
          <a:xfrm>
            <a:off x="7352060" y="590551"/>
            <a:ext cx="4229099" cy="5676900"/>
          </a:xfrm>
          <a:prstGeom prst="rect">
            <a:avLst/>
          </a:prstGeom>
          <a:blipFill>
            <a:blip r:embed="rId1"/>
            <a:stretch>
              <a:fillRect l="-46290" r="-4629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3" name="Freeform 5"/>
          <p:cNvSpPr/>
          <p:nvPr/>
        </p:nvSpPr>
        <p:spPr bwMode="auto">
          <a:xfrm flipH="1">
            <a:off x="8403858" y="-19051"/>
            <a:ext cx="3178542" cy="2074764"/>
          </a:xfrm>
          <a:custGeom>
            <a:avLst/>
            <a:gdLst>
              <a:gd name="T0" fmla="*/ 0 w 383"/>
              <a:gd name="T1" fmla="*/ 0 h 250"/>
              <a:gd name="T2" fmla="*/ 0 w 383"/>
              <a:gd name="T3" fmla="*/ 250 h 250"/>
              <a:gd name="T4" fmla="*/ 383 w 383"/>
              <a:gd name="T5" fmla="*/ 0 h 250"/>
              <a:gd name="T6" fmla="*/ 0 w 383"/>
              <a:gd name="T7" fmla="*/ 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3" h="250">
                <a:moveTo>
                  <a:pt x="0" y="0"/>
                </a:moveTo>
                <a:lnTo>
                  <a:pt x="0" y="250"/>
                </a:lnTo>
                <a:lnTo>
                  <a:pt x="3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" name="Freeform 5"/>
          <p:cNvSpPr/>
          <p:nvPr/>
        </p:nvSpPr>
        <p:spPr bwMode="auto">
          <a:xfrm rot="10800000" flipH="1">
            <a:off x="7363697" y="4783236"/>
            <a:ext cx="3178542" cy="2074764"/>
          </a:xfrm>
          <a:custGeom>
            <a:avLst/>
            <a:gdLst>
              <a:gd name="T0" fmla="*/ 0 w 383"/>
              <a:gd name="T1" fmla="*/ 0 h 250"/>
              <a:gd name="T2" fmla="*/ 0 w 383"/>
              <a:gd name="T3" fmla="*/ 250 h 250"/>
              <a:gd name="T4" fmla="*/ 383 w 383"/>
              <a:gd name="T5" fmla="*/ 0 h 250"/>
              <a:gd name="T6" fmla="*/ 0 w 383"/>
              <a:gd name="T7" fmla="*/ 0 h 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3" h="250">
                <a:moveTo>
                  <a:pt x="0" y="0"/>
                </a:moveTo>
                <a:lnTo>
                  <a:pt x="0" y="250"/>
                </a:lnTo>
                <a:lnTo>
                  <a:pt x="3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" name="TextBox 7"/>
          <p:cNvSpPr txBox="1"/>
          <p:nvPr/>
        </p:nvSpPr>
        <p:spPr>
          <a:xfrm>
            <a:off x="1458833" y="2237613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Google Shape;86;p19"/>
          <p:cNvSpPr txBox="1"/>
          <p:nvPr/>
        </p:nvSpPr>
        <p:spPr>
          <a:xfrm>
            <a:off x="1458833" y="1803343"/>
            <a:ext cx="3183654" cy="43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accent1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10" name="TextBox 24"/>
          <p:cNvSpPr txBox="1"/>
          <p:nvPr/>
        </p:nvSpPr>
        <p:spPr>
          <a:xfrm>
            <a:off x="1453714" y="3075452"/>
            <a:ext cx="4282830" cy="199706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121793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2700000">
            <a:off x="2146858" y="1159593"/>
            <a:ext cx="4538818" cy="45388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Rectangle 3"/>
          <p:cNvSpPr/>
          <p:nvPr/>
        </p:nvSpPr>
        <p:spPr>
          <a:xfrm rot="5400000">
            <a:off x="-346364" y="346363"/>
            <a:ext cx="1357745" cy="665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" name="Grafik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4685" y="1509652"/>
            <a:ext cx="4862630" cy="8283942"/>
          </a:xfrm>
          <a:prstGeom prst="rect">
            <a:avLst/>
          </a:prstGeom>
          <a:effectLst/>
        </p:spPr>
      </p:pic>
      <p:sp>
        <p:nvSpPr>
          <p:cNvPr id="10" name="Oval 9"/>
          <p:cNvSpPr/>
          <p:nvPr/>
        </p:nvSpPr>
        <p:spPr>
          <a:xfrm>
            <a:off x="5161012" y="984420"/>
            <a:ext cx="249382" cy="2493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Picture Placeholder 16"/>
          <p:cNvSpPr txBox="1"/>
          <p:nvPr/>
        </p:nvSpPr>
        <p:spPr>
          <a:xfrm>
            <a:off x="4206506" y="2310734"/>
            <a:ext cx="3825458" cy="5045534"/>
          </a:xfrm>
          <a:prstGeom prst="rect">
            <a:avLst/>
          </a:prstGeom>
          <a:blipFill>
            <a:blip r:embed="rId2"/>
            <a:stretch>
              <a:fillRect l="-48964" r="-48964"/>
            </a:stretch>
          </a:blipFill>
        </p:spPr>
      </p:sp>
      <p:sp>
        <p:nvSpPr>
          <p:cNvPr id="12" name="TextBox 7"/>
          <p:cNvSpPr txBox="1"/>
          <p:nvPr/>
        </p:nvSpPr>
        <p:spPr>
          <a:xfrm>
            <a:off x="658008" y="2351782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在这添加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页面标题内容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3" name="Google Shape;86;p19"/>
          <p:cNvSpPr txBox="1"/>
          <p:nvPr/>
        </p:nvSpPr>
        <p:spPr>
          <a:xfrm>
            <a:off x="658008" y="1950894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0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14" name="TextBox 24"/>
          <p:cNvSpPr txBox="1"/>
          <p:nvPr/>
        </p:nvSpPr>
        <p:spPr>
          <a:xfrm>
            <a:off x="8825984" y="3920256"/>
            <a:ext cx="2828987" cy="199335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8"/>
          <p:cNvSpPr/>
          <p:nvPr/>
        </p:nvSpPr>
        <p:spPr>
          <a:xfrm>
            <a:off x="2228586" y="0"/>
            <a:ext cx="9963415" cy="5518027"/>
          </a:xfrm>
          <a:custGeom>
            <a:avLst/>
            <a:gdLst>
              <a:gd name="connsiteX0" fmla="*/ 182735 w 9963415"/>
              <a:gd name="connsiteY0" fmla="*/ 0 h 5518027"/>
              <a:gd name="connsiteX1" fmla="*/ 9963415 w 9963415"/>
              <a:gd name="connsiteY1" fmla="*/ 0 h 5518027"/>
              <a:gd name="connsiteX2" fmla="*/ 9963415 w 9963415"/>
              <a:gd name="connsiteY2" fmla="*/ 3715233 h 5518027"/>
              <a:gd name="connsiteX3" fmla="*/ 9302881 w 9963415"/>
              <a:gd name="connsiteY3" fmla="*/ 4966604 h 5518027"/>
              <a:gd name="connsiteX4" fmla="*/ 7906044 w 9963415"/>
              <a:gd name="connsiteY4" fmla="*/ 5398270 h 5518027"/>
              <a:gd name="connsiteX5" fmla="*/ 551423 w 9963415"/>
              <a:gd name="connsiteY5" fmla="*/ 1516147 h 5518027"/>
              <a:gd name="connsiteX6" fmla="*/ 119758 w 9963415"/>
              <a:gd name="connsiteY6" fmla="*/ 119310 h 551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63415" h="5518027">
                <a:moveTo>
                  <a:pt x="182735" y="0"/>
                </a:moveTo>
                <a:lnTo>
                  <a:pt x="9963415" y="0"/>
                </a:lnTo>
                <a:lnTo>
                  <a:pt x="9963415" y="3715233"/>
                </a:lnTo>
                <a:lnTo>
                  <a:pt x="9302881" y="4966604"/>
                </a:lnTo>
                <a:cubicBezTo>
                  <a:pt x="9036356" y="5471532"/>
                  <a:pt x="8410971" y="5664795"/>
                  <a:pt x="7906044" y="5398270"/>
                </a:cubicBezTo>
                <a:lnTo>
                  <a:pt x="551423" y="1516147"/>
                </a:lnTo>
                <a:cubicBezTo>
                  <a:pt x="46496" y="1249622"/>
                  <a:pt x="-146767" y="624237"/>
                  <a:pt x="119758" y="119310"/>
                </a:cubicBezTo>
                <a:close/>
              </a:path>
            </a:pathLst>
          </a:custGeom>
          <a:blipFill>
            <a:blip r:embed="rId1"/>
            <a:stretch>
              <a:fillRect t="-10214" b="-1021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ID"/>
          </a:p>
        </p:txBody>
      </p:sp>
      <p:sp>
        <p:nvSpPr>
          <p:cNvPr id="3" name="Freeform: Shape 18"/>
          <p:cNvSpPr/>
          <p:nvPr/>
        </p:nvSpPr>
        <p:spPr>
          <a:xfrm>
            <a:off x="2228586" y="1"/>
            <a:ext cx="9963415" cy="5518027"/>
          </a:xfrm>
          <a:custGeom>
            <a:avLst/>
            <a:gdLst>
              <a:gd name="connsiteX0" fmla="*/ 182735 w 9963415"/>
              <a:gd name="connsiteY0" fmla="*/ 0 h 5518027"/>
              <a:gd name="connsiteX1" fmla="*/ 9963415 w 9963415"/>
              <a:gd name="connsiteY1" fmla="*/ 0 h 5518027"/>
              <a:gd name="connsiteX2" fmla="*/ 9963415 w 9963415"/>
              <a:gd name="connsiteY2" fmla="*/ 3715233 h 5518027"/>
              <a:gd name="connsiteX3" fmla="*/ 9302881 w 9963415"/>
              <a:gd name="connsiteY3" fmla="*/ 4966604 h 5518027"/>
              <a:gd name="connsiteX4" fmla="*/ 7906044 w 9963415"/>
              <a:gd name="connsiteY4" fmla="*/ 5398270 h 5518027"/>
              <a:gd name="connsiteX5" fmla="*/ 551423 w 9963415"/>
              <a:gd name="connsiteY5" fmla="*/ 1516147 h 5518027"/>
              <a:gd name="connsiteX6" fmla="*/ 119758 w 9963415"/>
              <a:gd name="connsiteY6" fmla="*/ 119310 h 551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63415" h="5518027">
                <a:moveTo>
                  <a:pt x="182735" y="0"/>
                </a:moveTo>
                <a:lnTo>
                  <a:pt x="9963415" y="0"/>
                </a:lnTo>
                <a:lnTo>
                  <a:pt x="9963415" y="3715233"/>
                </a:lnTo>
                <a:lnTo>
                  <a:pt x="9302881" y="4966604"/>
                </a:lnTo>
                <a:cubicBezTo>
                  <a:pt x="9036356" y="5471532"/>
                  <a:pt x="8410971" y="5664795"/>
                  <a:pt x="7906044" y="5398270"/>
                </a:cubicBezTo>
                <a:lnTo>
                  <a:pt x="551423" y="1516147"/>
                </a:lnTo>
                <a:cubicBezTo>
                  <a:pt x="46496" y="1249622"/>
                  <a:pt x="-146767" y="624237"/>
                  <a:pt x="119758" y="11931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ID"/>
          </a:p>
        </p:txBody>
      </p:sp>
      <p:sp>
        <p:nvSpPr>
          <p:cNvPr id="7" name="TextBox 9"/>
          <p:cNvSpPr txBox="1"/>
          <p:nvPr/>
        </p:nvSpPr>
        <p:spPr>
          <a:xfrm flipH="1">
            <a:off x="10330824" y="2221846"/>
            <a:ext cx="1533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bg1">
                    <a:lumMod val="8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 panose="020F0502020204030203" pitchFamily="34" charset="0"/>
              </a:rPr>
              <a:t>1024k</a:t>
            </a:r>
            <a:endParaRPr lang="en-US" sz="2800" spc="-150">
              <a:solidFill>
                <a:schemeClr val="bg1">
                  <a:lumMod val="8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grpSp>
        <p:nvGrpSpPr>
          <p:cNvPr id="10" name="Group 14"/>
          <p:cNvGrpSpPr/>
          <p:nvPr/>
        </p:nvGrpSpPr>
        <p:grpSpPr>
          <a:xfrm>
            <a:off x="802175" y="5526342"/>
            <a:ext cx="1188001" cy="285797"/>
            <a:chOff x="7792925" y="5886629"/>
            <a:chExt cx="1188001" cy="285797"/>
          </a:xfrm>
        </p:grpSpPr>
        <p:sp>
          <p:nvSpPr>
            <p:cNvPr id="11" name="Rectangle: Rounded Corners 15"/>
            <p:cNvSpPr/>
            <p:nvPr/>
          </p:nvSpPr>
          <p:spPr>
            <a:xfrm>
              <a:off x="7792925" y="5886629"/>
              <a:ext cx="1188001" cy="27469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25400" algn="ctr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ID" sz="1600">
                <a:latin typeface="Source Han Sans SC" panose="020B0500000000000000" pitchFamily="34" charset="-128"/>
                <a:ea typeface="Source Han Sans SC" panose="020B0500000000000000" pitchFamily="34" charset="-128"/>
              </a:endParaRPr>
            </a:p>
          </p:txBody>
        </p:sp>
        <p:sp>
          <p:nvSpPr>
            <p:cNvPr id="12" name="TextBox 16"/>
            <p:cNvSpPr txBox="1"/>
            <p:nvPr/>
          </p:nvSpPr>
          <p:spPr>
            <a:xfrm>
              <a:off x="8032501" y="5895427"/>
              <a:ext cx="7088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bg1"/>
                  </a:solidFill>
                  <a:latin typeface="Source Han Sans SC" panose="020B0500000000000000" pitchFamily="34" charset="-128"/>
                  <a:ea typeface="Source Han Sans SC" panose="020B0500000000000000" pitchFamily="34" charset="-128"/>
                  <a:cs typeface="Lato" panose="020F0502020204030203" pitchFamily="34" charset="0"/>
                </a:rPr>
                <a:t>behave</a:t>
              </a:r>
              <a:endParaRPr lang="en-ID" sz="1200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 panose="020F0502020204030203" pitchFamily="34" charset="0"/>
              </a:endParaRPr>
            </a:p>
          </p:txBody>
        </p:sp>
      </p:grpSp>
      <p:sp>
        <p:nvSpPr>
          <p:cNvPr id="13" name="Freeform: Shape 28"/>
          <p:cNvSpPr/>
          <p:nvPr/>
        </p:nvSpPr>
        <p:spPr>
          <a:xfrm>
            <a:off x="10681544" y="685128"/>
            <a:ext cx="832541" cy="1309689"/>
          </a:xfrm>
          <a:custGeom>
            <a:avLst/>
            <a:gdLst>
              <a:gd name="connsiteX0" fmla="*/ 445755 w 832541"/>
              <a:gd name="connsiteY0" fmla="*/ 1131095 h 1309689"/>
              <a:gd name="connsiteX1" fmla="*/ 445755 w 832541"/>
              <a:gd name="connsiteY1" fmla="*/ 1190626 h 1309689"/>
              <a:gd name="connsiteX2" fmla="*/ 624348 w 832541"/>
              <a:gd name="connsiteY2" fmla="*/ 1190626 h 1309689"/>
              <a:gd name="connsiteX3" fmla="*/ 624348 w 832541"/>
              <a:gd name="connsiteY3" fmla="*/ 1131095 h 1309689"/>
              <a:gd name="connsiteX4" fmla="*/ 445755 w 832541"/>
              <a:gd name="connsiteY4" fmla="*/ 1012032 h 1309689"/>
              <a:gd name="connsiteX5" fmla="*/ 445755 w 832541"/>
              <a:gd name="connsiteY5" fmla="*/ 1071564 h 1309689"/>
              <a:gd name="connsiteX6" fmla="*/ 624348 w 832541"/>
              <a:gd name="connsiteY6" fmla="*/ 1071564 h 1309689"/>
              <a:gd name="connsiteX7" fmla="*/ 624348 w 832541"/>
              <a:gd name="connsiteY7" fmla="*/ 1012032 h 1309689"/>
              <a:gd name="connsiteX8" fmla="*/ 445755 w 832541"/>
              <a:gd name="connsiteY8" fmla="*/ 892970 h 1309689"/>
              <a:gd name="connsiteX9" fmla="*/ 445755 w 832541"/>
              <a:gd name="connsiteY9" fmla="*/ 952501 h 1309689"/>
              <a:gd name="connsiteX10" fmla="*/ 624348 w 832541"/>
              <a:gd name="connsiteY10" fmla="*/ 952501 h 1309689"/>
              <a:gd name="connsiteX11" fmla="*/ 624348 w 832541"/>
              <a:gd name="connsiteY11" fmla="*/ 892970 h 1309689"/>
              <a:gd name="connsiteX12" fmla="*/ 445755 w 832541"/>
              <a:gd name="connsiteY12" fmla="*/ 773906 h 1309689"/>
              <a:gd name="connsiteX13" fmla="*/ 445755 w 832541"/>
              <a:gd name="connsiteY13" fmla="*/ 833439 h 1309689"/>
              <a:gd name="connsiteX14" fmla="*/ 624348 w 832541"/>
              <a:gd name="connsiteY14" fmla="*/ 833439 h 1309689"/>
              <a:gd name="connsiteX15" fmla="*/ 624348 w 832541"/>
              <a:gd name="connsiteY15" fmla="*/ 773906 h 1309689"/>
              <a:gd name="connsiteX16" fmla="*/ 445755 w 832541"/>
              <a:gd name="connsiteY16" fmla="*/ 654844 h 1309689"/>
              <a:gd name="connsiteX17" fmla="*/ 445755 w 832541"/>
              <a:gd name="connsiteY17" fmla="*/ 714375 h 1309689"/>
              <a:gd name="connsiteX18" fmla="*/ 624348 w 832541"/>
              <a:gd name="connsiteY18" fmla="*/ 714375 h 1309689"/>
              <a:gd name="connsiteX19" fmla="*/ 624348 w 832541"/>
              <a:gd name="connsiteY19" fmla="*/ 654844 h 1309689"/>
              <a:gd name="connsiteX20" fmla="*/ 98984 w 832541"/>
              <a:gd name="connsiteY20" fmla="*/ 461367 h 1309689"/>
              <a:gd name="connsiteX21" fmla="*/ 118332 w 832541"/>
              <a:gd name="connsiteY21" fmla="*/ 535781 h 1309689"/>
              <a:gd name="connsiteX22" fmla="*/ 118332 w 832541"/>
              <a:gd name="connsiteY22" fmla="*/ 580430 h 1309689"/>
              <a:gd name="connsiteX23" fmla="*/ 340086 w 832541"/>
              <a:gd name="connsiteY23" fmla="*/ 547688 h 1309689"/>
              <a:gd name="connsiteX24" fmla="*/ 520169 w 832541"/>
              <a:gd name="connsiteY24" fmla="*/ 520899 h 1309689"/>
              <a:gd name="connsiteX25" fmla="*/ 713645 w 832541"/>
              <a:gd name="connsiteY25" fmla="*/ 564059 h 1309689"/>
              <a:gd name="connsiteX26" fmla="*/ 713645 w 832541"/>
              <a:gd name="connsiteY26" fmla="*/ 535781 h 1309689"/>
              <a:gd name="connsiteX27" fmla="*/ 732993 w 832541"/>
              <a:gd name="connsiteY27" fmla="*/ 461367 h 1309689"/>
              <a:gd name="connsiteX28" fmla="*/ 29035 w 832541"/>
              <a:gd name="connsiteY28" fmla="*/ 401836 h 1309689"/>
              <a:gd name="connsiteX29" fmla="*/ 802942 w 832541"/>
              <a:gd name="connsiteY29" fmla="*/ 401836 h 1309689"/>
              <a:gd name="connsiteX30" fmla="*/ 831220 w 832541"/>
              <a:gd name="connsiteY30" fmla="*/ 424160 h 1309689"/>
              <a:gd name="connsiteX31" fmla="*/ 817825 w 832541"/>
              <a:gd name="connsiteY31" fmla="*/ 458391 h 1309689"/>
              <a:gd name="connsiteX32" fmla="*/ 774665 w 832541"/>
              <a:gd name="connsiteY32" fmla="*/ 535781 h 1309689"/>
              <a:gd name="connsiteX33" fmla="*/ 774665 w 832541"/>
              <a:gd name="connsiteY33" fmla="*/ 1220392 h 1309689"/>
              <a:gd name="connsiteX34" fmla="*/ 685368 w 832541"/>
              <a:gd name="connsiteY34" fmla="*/ 1309689 h 1309689"/>
              <a:gd name="connsiteX35" fmla="*/ 149586 w 832541"/>
              <a:gd name="connsiteY35" fmla="*/ 1309689 h 1309689"/>
              <a:gd name="connsiteX36" fmla="*/ 60289 w 832541"/>
              <a:gd name="connsiteY36" fmla="*/ 1220392 h 1309689"/>
              <a:gd name="connsiteX37" fmla="*/ 60289 w 832541"/>
              <a:gd name="connsiteY37" fmla="*/ 535781 h 1309689"/>
              <a:gd name="connsiteX38" fmla="*/ 15640 w 832541"/>
              <a:gd name="connsiteY38" fmla="*/ 456902 h 1309689"/>
              <a:gd name="connsiteX39" fmla="*/ 758 w 832541"/>
              <a:gd name="connsiteY39" fmla="*/ 424160 h 1309689"/>
              <a:gd name="connsiteX40" fmla="*/ 29035 w 832541"/>
              <a:gd name="connsiteY40" fmla="*/ 401836 h 1309689"/>
              <a:gd name="connsiteX41" fmla="*/ 505284 w 832541"/>
              <a:gd name="connsiteY41" fmla="*/ 267891 h 1309689"/>
              <a:gd name="connsiteX42" fmla="*/ 549934 w 832541"/>
              <a:gd name="connsiteY42" fmla="*/ 312540 h 1309689"/>
              <a:gd name="connsiteX43" fmla="*/ 505284 w 832541"/>
              <a:gd name="connsiteY43" fmla="*/ 357189 h 1309689"/>
              <a:gd name="connsiteX44" fmla="*/ 460636 w 832541"/>
              <a:gd name="connsiteY44" fmla="*/ 312540 h 1309689"/>
              <a:gd name="connsiteX45" fmla="*/ 505284 w 832541"/>
              <a:gd name="connsiteY45" fmla="*/ 267891 h 1309689"/>
              <a:gd name="connsiteX46" fmla="*/ 296926 w 832541"/>
              <a:gd name="connsiteY46" fmla="*/ 178594 h 1309689"/>
              <a:gd name="connsiteX47" fmla="*/ 386224 w 832541"/>
              <a:gd name="connsiteY47" fmla="*/ 267892 h 1309689"/>
              <a:gd name="connsiteX48" fmla="*/ 296926 w 832541"/>
              <a:gd name="connsiteY48" fmla="*/ 357189 h 1309689"/>
              <a:gd name="connsiteX49" fmla="*/ 207629 w 832541"/>
              <a:gd name="connsiteY49" fmla="*/ 267892 h 1309689"/>
              <a:gd name="connsiteX50" fmla="*/ 296926 w 832541"/>
              <a:gd name="connsiteY50" fmla="*/ 178594 h 1309689"/>
              <a:gd name="connsiteX51" fmla="*/ 535050 w 832541"/>
              <a:gd name="connsiteY51" fmla="*/ 59532 h 1309689"/>
              <a:gd name="connsiteX52" fmla="*/ 594583 w 832541"/>
              <a:gd name="connsiteY52" fmla="*/ 119063 h 1309689"/>
              <a:gd name="connsiteX53" fmla="*/ 535050 w 832541"/>
              <a:gd name="connsiteY53" fmla="*/ 178596 h 1309689"/>
              <a:gd name="connsiteX54" fmla="*/ 475519 w 832541"/>
              <a:gd name="connsiteY54" fmla="*/ 119063 h 1309689"/>
              <a:gd name="connsiteX55" fmla="*/ 535050 w 832541"/>
              <a:gd name="connsiteY55" fmla="*/ 59532 h 1309689"/>
              <a:gd name="connsiteX56" fmla="*/ 252278 w 832541"/>
              <a:gd name="connsiteY56" fmla="*/ 0 h 1309689"/>
              <a:gd name="connsiteX57" fmla="*/ 296927 w 832541"/>
              <a:gd name="connsiteY57" fmla="*/ 44648 h 1309689"/>
              <a:gd name="connsiteX58" fmla="*/ 252278 w 832541"/>
              <a:gd name="connsiteY58" fmla="*/ 89298 h 1309689"/>
              <a:gd name="connsiteX59" fmla="*/ 207629 w 832541"/>
              <a:gd name="connsiteY59" fmla="*/ 44648 h 1309689"/>
              <a:gd name="connsiteX60" fmla="*/ 252278 w 832541"/>
              <a:gd name="connsiteY60" fmla="*/ 0 h 130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832541" h="1309689">
                <a:moveTo>
                  <a:pt x="445755" y="1131095"/>
                </a:moveTo>
                <a:lnTo>
                  <a:pt x="445755" y="1190626"/>
                </a:lnTo>
                <a:lnTo>
                  <a:pt x="624348" y="1190626"/>
                </a:lnTo>
                <a:lnTo>
                  <a:pt x="624348" y="1131095"/>
                </a:lnTo>
                <a:close/>
                <a:moveTo>
                  <a:pt x="445755" y="1012032"/>
                </a:moveTo>
                <a:lnTo>
                  <a:pt x="445755" y="1071564"/>
                </a:lnTo>
                <a:lnTo>
                  <a:pt x="624348" y="1071564"/>
                </a:lnTo>
                <a:lnTo>
                  <a:pt x="624348" y="1012032"/>
                </a:lnTo>
                <a:close/>
                <a:moveTo>
                  <a:pt x="445755" y="892970"/>
                </a:moveTo>
                <a:lnTo>
                  <a:pt x="445755" y="952501"/>
                </a:lnTo>
                <a:lnTo>
                  <a:pt x="624348" y="952501"/>
                </a:lnTo>
                <a:lnTo>
                  <a:pt x="624348" y="892970"/>
                </a:lnTo>
                <a:close/>
                <a:moveTo>
                  <a:pt x="445755" y="773906"/>
                </a:moveTo>
                <a:lnTo>
                  <a:pt x="445755" y="833439"/>
                </a:lnTo>
                <a:lnTo>
                  <a:pt x="624348" y="833439"/>
                </a:lnTo>
                <a:lnTo>
                  <a:pt x="624348" y="773906"/>
                </a:lnTo>
                <a:close/>
                <a:moveTo>
                  <a:pt x="445755" y="654844"/>
                </a:moveTo>
                <a:lnTo>
                  <a:pt x="445755" y="714375"/>
                </a:lnTo>
                <a:lnTo>
                  <a:pt x="624348" y="714375"/>
                </a:lnTo>
                <a:lnTo>
                  <a:pt x="624348" y="654844"/>
                </a:lnTo>
                <a:close/>
                <a:moveTo>
                  <a:pt x="98984" y="461367"/>
                </a:moveTo>
                <a:cubicBezTo>
                  <a:pt x="109402" y="480715"/>
                  <a:pt x="118332" y="506016"/>
                  <a:pt x="118332" y="535781"/>
                </a:cubicBezTo>
                <a:lnTo>
                  <a:pt x="118332" y="580430"/>
                </a:lnTo>
                <a:cubicBezTo>
                  <a:pt x="226976" y="577453"/>
                  <a:pt x="285019" y="562570"/>
                  <a:pt x="340086" y="547688"/>
                </a:cubicBezTo>
                <a:cubicBezTo>
                  <a:pt x="390687" y="534293"/>
                  <a:pt x="439801" y="520899"/>
                  <a:pt x="520169" y="520899"/>
                </a:cubicBezTo>
                <a:cubicBezTo>
                  <a:pt x="593095" y="520899"/>
                  <a:pt x="667509" y="546199"/>
                  <a:pt x="713645" y="564059"/>
                </a:cubicBezTo>
                <a:lnTo>
                  <a:pt x="713645" y="535781"/>
                </a:lnTo>
                <a:cubicBezTo>
                  <a:pt x="713645" y="506016"/>
                  <a:pt x="722575" y="480715"/>
                  <a:pt x="732993" y="461367"/>
                </a:cubicBezTo>
                <a:close/>
                <a:moveTo>
                  <a:pt x="29035" y="401836"/>
                </a:moveTo>
                <a:lnTo>
                  <a:pt x="802942" y="401836"/>
                </a:lnTo>
                <a:cubicBezTo>
                  <a:pt x="816337" y="401836"/>
                  <a:pt x="828243" y="410766"/>
                  <a:pt x="831220" y="424160"/>
                </a:cubicBezTo>
                <a:cubicBezTo>
                  <a:pt x="835684" y="437555"/>
                  <a:pt x="828243" y="450949"/>
                  <a:pt x="817825" y="458391"/>
                </a:cubicBezTo>
                <a:cubicBezTo>
                  <a:pt x="816337" y="458391"/>
                  <a:pt x="774665" y="482203"/>
                  <a:pt x="774665" y="535781"/>
                </a:cubicBezTo>
                <a:lnTo>
                  <a:pt x="774665" y="1220392"/>
                </a:lnTo>
                <a:cubicBezTo>
                  <a:pt x="774665" y="1269505"/>
                  <a:pt x="734481" y="1309689"/>
                  <a:pt x="685368" y="1309689"/>
                </a:cubicBezTo>
                <a:lnTo>
                  <a:pt x="149586" y="1309689"/>
                </a:lnTo>
                <a:cubicBezTo>
                  <a:pt x="100472" y="1309689"/>
                  <a:pt x="60289" y="1269505"/>
                  <a:pt x="60289" y="1220392"/>
                </a:cubicBezTo>
                <a:lnTo>
                  <a:pt x="60289" y="535781"/>
                </a:lnTo>
                <a:cubicBezTo>
                  <a:pt x="60289" y="482203"/>
                  <a:pt x="15640" y="456902"/>
                  <a:pt x="15640" y="456902"/>
                </a:cubicBezTo>
                <a:cubicBezTo>
                  <a:pt x="3734" y="450949"/>
                  <a:pt x="-2219" y="437555"/>
                  <a:pt x="758" y="424160"/>
                </a:cubicBezTo>
                <a:cubicBezTo>
                  <a:pt x="3734" y="410766"/>
                  <a:pt x="15640" y="401836"/>
                  <a:pt x="29035" y="401836"/>
                </a:cubicBezTo>
                <a:close/>
                <a:moveTo>
                  <a:pt x="505284" y="267891"/>
                </a:moveTo>
                <a:cubicBezTo>
                  <a:pt x="529944" y="267891"/>
                  <a:pt x="549934" y="287881"/>
                  <a:pt x="549934" y="312540"/>
                </a:cubicBezTo>
                <a:cubicBezTo>
                  <a:pt x="549934" y="337199"/>
                  <a:pt x="529944" y="357189"/>
                  <a:pt x="505284" y="357189"/>
                </a:cubicBezTo>
                <a:cubicBezTo>
                  <a:pt x="480626" y="357189"/>
                  <a:pt x="460636" y="337199"/>
                  <a:pt x="460636" y="312540"/>
                </a:cubicBezTo>
                <a:cubicBezTo>
                  <a:pt x="460636" y="287881"/>
                  <a:pt x="480626" y="267891"/>
                  <a:pt x="505284" y="267891"/>
                </a:cubicBezTo>
                <a:close/>
                <a:moveTo>
                  <a:pt x="296926" y="178594"/>
                </a:moveTo>
                <a:cubicBezTo>
                  <a:pt x="346244" y="178594"/>
                  <a:pt x="386224" y="218574"/>
                  <a:pt x="386224" y="267892"/>
                </a:cubicBezTo>
                <a:cubicBezTo>
                  <a:pt x="386224" y="317209"/>
                  <a:pt x="346244" y="357189"/>
                  <a:pt x="296926" y="357189"/>
                </a:cubicBezTo>
                <a:cubicBezTo>
                  <a:pt x="247609" y="357189"/>
                  <a:pt x="207629" y="317209"/>
                  <a:pt x="207629" y="267892"/>
                </a:cubicBezTo>
                <a:cubicBezTo>
                  <a:pt x="207629" y="218574"/>
                  <a:pt x="247609" y="178594"/>
                  <a:pt x="296926" y="178594"/>
                </a:cubicBezTo>
                <a:close/>
                <a:moveTo>
                  <a:pt x="535050" y="59532"/>
                </a:moveTo>
                <a:cubicBezTo>
                  <a:pt x="567929" y="59532"/>
                  <a:pt x="594583" y="86185"/>
                  <a:pt x="594583" y="119063"/>
                </a:cubicBezTo>
                <a:cubicBezTo>
                  <a:pt x="594583" y="151942"/>
                  <a:pt x="567929" y="178596"/>
                  <a:pt x="535050" y="178596"/>
                </a:cubicBezTo>
                <a:cubicBezTo>
                  <a:pt x="502172" y="178596"/>
                  <a:pt x="475519" y="151942"/>
                  <a:pt x="475519" y="119063"/>
                </a:cubicBezTo>
                <a:cubicBezTo>
                  <a:pt x="475519" y="86185"/>
                  <a:pt x="502172" y="59532"/>
                  <a:pt x="535050" y="59532"/>
                </a:cubicBezTo>
                <a:close/>
                <a:moveTo>
                  <a:pt x="252278" y="0"/>
                </a:moveTo>
                <a:cubicBezTo>
                  <a:pt x="276937" y="0"/>
                  <a:pt x="296927" y="19990"/>
                  <a:pt x="296927" y="44648"/>
                </a:cubicBezTo>
                <a:cubicBezTo>
                  <a:pt x="296927" y="69308"/>
                  <a:pt x="276937" y="89298"/>
                  <a:pt x="252278" y="89298"/>
                </a:cubicBezTo>
                <a:cubicBezTo>
                  <a:pt x="227619" y="89298"/>
                  <a:pt x="207629" y="69308"/>
                  <a:pt x="207629" y="44648"/>
                </a:cubicBezTo>
                <a:cubicBezTo>
                  <a:pt x="207629" y="19990"/>
                  <a:pt x="227619" y="0"/>
                  <a:pt x="252278" y="0"/>
                </a:cubicBezTo>
                <a:close/>
              </a:path>
            </a:pathLst>
          </a:custGeom>
          <a:solidFill>
            <a:schemeClr val="bg1"/>
          </a:solidFill>
          <a:ln w="14883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4" name="TextBox 29"/>
          <p:cNvSpPr txBox="1"/>
          <p:nvPr/>
        </p:nvSpPr>
        <p:spPr>
          <a:xfrm flipH="1">
            <a:off x="7903434" y="2662429"/>
            <a:ext cx="3847070" cy="87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>
                <a:solidFill>
                  <a:schemeClr val="bg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 panose="020F0502020204030203" pitchFamily="34" charset="0"/>
              </a:rPr>
              <a:t>describe what you want in this minimal layout</a:t>
            </a:r>
            <a:endParaRPr lang="en-US" spc="-150">
              <a:solidFill>
                <a:schemeClr val="bg1"/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802175" y="2679045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16" name="Google Shape;86;p19"/>
          <p:cNvSpPr txBox="1"/>
          <p:nvPr/>
        </p:nvSpPr>
        <p:spPr>
          <a:xfrm>
            <a:off x="802175" y="2278157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17" name="TextBox 24"/>
          <p:cNvSpPr txBox="1"/>
          <p:nvPr/>
        </p:nvSpPr>
        <p:spPr>
          <a:xfrm>
            <a:off x="802175" y="3963635"/>
            <a:ext cx="4853558" cy="134701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8"/>
          <p:cNvSpPr/>
          <p:nvPr/>
        </p:nvSpPr>
        <p:spPr>
          <a:xfrm>
            <a:off x="1424948" y="4410634"/>
            <a:ext cx="999418" cy="999418"/>
          </a:xfrm>
          <a:prstGeom prst="roundRect">
            <a:avLst>
              <a:gd name="adj" fmla="val 70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3" name="TextBox 24"/>
          <p:cNvSpPr txBox="1"/>
          <p:nvPr/>
        </p:nvSpPr>
        <p:spPr>
          <a:xfrm>
            <a:off x="1316760" y="4679510"/>
            <a:ext cx="1215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46%</a:t>
            </a:r>
            <a:endParaRPr lang="en-US" sz="2400" b="1" dirty="0">
              <a:solidFill>
                <a:schemeClr val="bg1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sp>
        <p:nvSpPr>
          <p:cNvPr id="4" name="Rounded Rectangle 65"/>
          <p:cNvSpPr/>
          <p:nvPr/>
        </p:nvSpPr>
        <p:spPr>
          <a:xfrm>
            <a:off x="2754862" y="5358670"/>
            <a:ext cx="3254049" cy="45719"/>
          </a:xfrm>
          <a:prstGeom prst="roundRect">
            <a:avLst>
              <a:gd name="adj" fmla="val 32453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5" name="Rounded Rectangle 66"/>
          <p:cNvSpPr/>
          <p:nvPr/>
        </p:nvSpPr>
        <p:spPr>
          <a:xfrm>
            <a:off x="2754862" y="5358670"/>
            <a:ext cx="3117377" cy="45719"/>
          </a:xfrm>
          <a:prstGeom prst="roundRect">
            <a:avLst>
              <a:gd name="adj" fmla="val 324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6" name="Rectangle 34"/>
          <p:cNvSpPr/>
          <p:nvPr/>
        </p:nvSpPr>
        <p:spPr>
          <a:xfrm>
            <a:off x="5492424" y="4682166"/>
            <a:ext cx="722109" cy="42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90%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sp>
        <p:nvSpPr>
          <p:cNvPr id="7" name="Rectangle 29"/>
          <p:cNvSpPr/>
          <p:nvPr/>
        </p:nvSpPr>
        <p:spPr>
          <a:xfrm>
            <a:off x="2754862" y="4621448"/>
            <a:ext cx="2638996" cy="577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8" name="Rectangle 30"/>
          <p:cNvSpPr/>
          <p:nvPr/>
        </p:nvSpPr>
        <p:spPr>
          <a:xfrm>
            <a:off x="2754862" y="4352429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431423" y="1671921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在这添加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Google Shape;86;p19"/>
          <p:cNvSpPr txBox="1"/>
          <p:nvPr/>
        </p:nvSpPr>
        <p:spPr>
          <a:xfrm>
            <a:off x="1431423" y="1271033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11" name="TextBox 24"/>
          <p:cNvSpPr txBox="1"/>
          <p:nvPr/>
        </p:nvSpPr>
        <p:spPr>
          <a:xfrm>
            <a:off x="1424947" y="2918768"/>
            <a:ext cx="4789585" cy="1100670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12" name="Freeform 6"/>
          <p:cNvSpPr/>
          <p:nvPr/>
        </p:nvSpPr>
        <p:spPr bwMode="auto">
          <a:xfrm rot="5400000">
            <a:off x="8807337" y="3319380"/>
            <a:ext cx="500448" cy="1950535"/>
          </a:xfrm>
          <a:custGeom>
            <a:avLst/>
            <a:gdLst>
              <a:gd name="T0" fmla="*/ 272 w 352"/>
              <a:gd name="T1" fmla="*/ 0 h 2098"/>
              <a:gd name="T2" fmla="*/ 80 w 352"/>
              <a:gd name="T3" fmla="*/ 0 h 2098"/>
              <a:gd name="T4" fmla="*/ 0 w 352"/>
              <a:gd name="T5" fmla="*/ 80 h 2098"/>
              <a:gd name="T6" fmla="*/ 0 w 352"/>
              <a:gd name="T7" fmla="*/ 2018 h 2098"/>
              <a:gd name="T8" fmla="*/ 80 w 352"/>
              <a:gd name="T9" fmla="*/ 2098 h 2098"/>
              <a:gd name="T10" fmla="*/ 272 w 352"/>
              <a:gd name="T11" fmla="*/ 2098 h 2098"/>
              <a:gd name="T12" fmla="*/ 352 w 352"/>
              <a:gd name="T13" fmla="*/ 2018 h 2098"/>
              <a:gd name="T14" fmla="*/ 352 w 352"/>
              <a:gd name="T15" fmla="*/ 80 h 2098"/>
              <a:gd name="T16" fmla="*/ 272 w 352"/>
              <a:gd name="T17" fmla="*/ 0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2098">
                <a:moveTo>
                  <a:pt x="272" y="0"/>
                </a:moveTo>
                <a:cubicBezTo>
                  <a:pt x="80" y="0"/>
                  <a:pt x="80" y="0"/>
                  <a:pt x="80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2018"/>
                  <a:pt x="0" y="2018"/>
                  <a:pt x="0" y="2018"/>
                </a:cubicBezTo>
                <a:cubicBezTo>
                  <a:pt x="0" y="2063"/>
                  <a:pt x="36" y="2098"/>
                  <a:pt x="80" y="2098"/>
                </a:cubicBezTo>
                <a:cubicBezTo>
                  <a:pt x="272" y="2098"/>
                  <a:pt x="272" y="2098"/>
                  <a:pt x="272" y="2098"/>
                </a:cubicBezTo>
                <a:cubicBezTo>
                  <a:pt x="316" y="2098"/>
                  <a:pt x="352" y="2063"/>
                  <a:pt x="352" y="2018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36"/>
                  <a:pt x="316" y="0"/>
                  <a:pt x="272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Freeform 7"/>
          <p:cNvSpPr/>
          <p:nvPr/>
        </p:nvSpPr>
        <p:spPr bwMode="auto">
          <a:xfrm rot="5400000">
            <a:off x="9403433" y="2106878"/>
            <a:ext cx="501974" cy="3144254"/>
          </a:xfrm>
          <a:custGeom>
            <a:avLst/>
            <a:gdLst>
              <a:gd name="T0" fmla="*/ 272 w 352"/>
              <a:gd name="T1" fmla="*/ 0 h 2488"/>
              <a:gd name="T2" fmla="*/ 80 w 352"/>
              <a:gd name="T3" fmla="*/ 0 h 2488"/>
              <a:gd name="T4" fmla="*/ 0 w 352"/>
              <a:gd name="T5" fmla="*/ 80 h 2488"/>
              <a:gd name="T6" fmla="*/ 0 w 352"/>
              <a:gd name="T7" fmla="*/ 2408 h 2488"/>
              <a:gd name="T8" fmla="*/ 80 w 352"/>
              <a:gd name="T9" fmla="*/ 2488 h 2488"/>
              <a:gd name="T10" fmla="*/ 272 w 352"/>
              <a:gd name="T11" fmla="*/ 2488 h 2488"/>
              <a:gd name="T12" fmla="*/ 352 w 352"/>
              <a:gd name="T13" fmla="*/ 2408 h 2488"/>
              <a:gd name="T14" fmla="*/ 352 w 352"/>
              <a:gd name="T15" fmla="*/ 80 h 2488"/>
              <a:gd name="T16" fmla="*/ 272 w 352"/>
              <a:gd name="T17" fmla="*/ 0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2488">
                <a:moveTo>
                  <a:pt x="272" y="0"/>
                </a:moveTo>
                <a:cubicBezTo>
                  <a:pt x="80" y="0"/>
                  <a:pt x="80" y="0"/>
                  <a:pt x="80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2408"/>
                  <a:pt x="0" y="2408"/>
                  <a:pt x="0" y="2408"/>
                </a:cubicBezTo>
                <a:cubicBezTo>
                  <a:pt x="0" y="2453"/>
                  <a:pt x="36" y="2488"/>
                  <a:pt x="80" y="2488"/>
                </a:cubicBezTo>
                <a:cubicBezTo>
                  <a:pt x="272" y="2488"/>
                  <a:pt x="272" y="2488"/>
                  <a:pt x="272" y="2488"/>
                </a:cubicBezTo>
                <a:cubicBezTo>
                  <a:pt x="316" y="2488"/>
                  <a:pt x="352" y="2453"/>
                  <a:pt x="352" y="2408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36"/>
                  <a:pt x="316" y="0"/>
                  <a:pt x="272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Freeform 8"/>
          <p:cNvSpPr/>
          <p:nvPr/>
        </p:nvSpPr>
        <p:spPr bwMode="auto">
          <a:xfrm rot="5400000">
            <a:off x="9162348" y="1733081"/>
            <a:ext cx="500448" cy="2660560"/>
          </a:xfrm>
          <a:custGeom>
            <a:avLst/>
            <a:gdLst>
              <a:gd name="T0" fmla="*/ 272 w 352"/>
              <a:gd name="T1" fmla="*/ 0 h 1738"/>
              <a:gd name="T2" fmla="*/ 80 w 352"/>
              <a:gd name="T3" fmla="*/ 0 h 1738"/>
              <a:gd name="T4" fmla="*/ 0 w 352"/>
              <a:gd name="T5" fmla="*/ 80 h 1738"/>
              <a:gd name="T6" fmla="*/ 0 w 352"/>
              <a:gd name="T7" fmla="*/ 1658 h 1738"/>
              <a:gd name="T8" fmla="*/ 80 w 352"/>
              <a:gd name="T9" fmla="*/ 1738 h 1738"/>
              <a:gd name="T10" fmla="*/ 272 w 352"/>
              <a:gd name="T11" fmla="*/ 1738 h 1738"/>
              <a:gd name="T12" fmla="*/ 352 w 352"/>
              <a:gd name="T13" fmla="*/ 1658 h 1738"/>
              <a:gd name="T14" fmla="*/ 352 w 352"/>
              <a:gd name="T15" fmla="*/ 80 h 1738"/>
              <a:gd name="T16" fmla="*/ 272 w 352"/>
              <a:gd name="T17" fmla="*/ 0 h 1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1738">
                <a:moveTo>
                  <a:pt x="272" y="0"/>
                </a:moveTo>
                <a:cubicBezTo>
                  <a:pt x="80" y="0"/>
                  <a:pt x="80" y="0"/>
                  <a:pt x="80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1658"/>
                  <a:pt x="0" y="1658"/>
                  <a:pt x="0" y="1658"/>
                </a:cubicBezTo>
                <a:cubicBezTo>
                  <a:pt x="0" y="1703"/>
                  <a:pt x="36" y="1738"/>
                  <a:pt x="80" y="1738"/>
                </a:cubicBezTo>
                <a:cubicBezTo>
                  <a:pt x="272" y="1738"/>
                  <a:pt x="272" y="1738"/>
                  <a:pt x="272" y="1738"/>
                </a:cubicBezTo>
                <a:cubicBezTo>
                  <a:pt x="316" y="1738"/>
                  <a:pt x="352" y="1703"/>
                  <a:pt x="352" y="1658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36"/>
                  <a:pt x="316" y="0"/>
                  <a:pt x="272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5" name="Freeform 9"/>
          <p:cNvSpPr/>
          <p:nvPr/>
        </p:nvSpPr>
        <p:spPr bwMode="auto">
          <a:xfrm rot="5400000">
            <a:off x="8531344" y="1747681"/>
            <a:ext cx="501974" cy="1400074"/>
          </a:xfrm>
          <a:custGeom>
            <a:avLst/>
            <a:gdLst>
              <a:gd name="T0" fmla="*/ 272 w 352"/>
              <a:gd name="T1" fmla="*/ 0 h 928"/>
              <a:gd name="T2" fmla="*/ 80 w 352"/>
              <a:gd name="T3" fmla="*/ 0 h 928"/>
              <a:gd name="T4" fmla="*/ 0 w 352"/>
              <a:gd name="T5" fmla="*/ 80 h 928"/>
              <a:gd name="T6" fmla="*/ 0 w 352"/>
              <a:gd name="T7" fmla="*/ 848 h 928"/>
              <a:gd name="T8" fmla="*/ 80 w 352"/>
              <a:gd name="T9" fmla="*/ 928 h 928"/>
              <a:gd name="T10" fmla="*/ 272 w 352"/>
              <a:gd name="T11" fmla="*/ 928 h 928"/>
              <a:gd name="T12" fmla="*/ 352 w 352"/>
              <a:gd name="T13" fmla="*/ 848 h 928"/>
              <a:gd name="T14" fmla="*/ 352 w 352"/>
              <a:gd name="T15" fmla="*/ 80 h 928"/>
              <a:gd name="T16" fmla="*/ 272 w 352"/>
              <a:gd name="T17" fmla="*/ 0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928">
                <a:moveTo>
                  <a:pt x="272" y="0"/>
                </a:moveTo>
                <a:cubicBezTo>
                  <a:pt x="80" y="0"/>
                  <a:pt x="80" y="0"/>
                  <a:pt x="80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848"/>
                  <a:pt x="0" y="848"/>
                  <a:pt x="0" y="848"/>
                </a:cubicBezTo>
                <a:cubicBezTo>
                  <a:pt x="0" y="893"/>
                  <a:pt x="36" y="928"/>
                  <a:pt x="80" y="928"/>
                </a:cubicBezTo>
                <a:cubicBezTo>
                  <a:pt x="272" y="928"/>
                  <a:pt x="272" y="928"/>
                  <a:pt x="272" y="928"/>
                </a:cubicBezTo>
                <a:cubicBezTo>
                  <a:pt x="316" y="928"/>
                  <a:pt x="352" y="893"/>
                  <a:pt x="352" y="848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36"/>
                  <a:pt x="316" y="0"/>
                  <a:pt x="272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6" name="Freeform 6"/>
          <p:cNvSpPr/>
          <p:nvPr/>
        </p:nvSpPr>
        <p:spPr bwMode="auto">
          <a:xfrm rot="5400000">
            <a:off x="8448844" y="4292753"/>
            <a:ext cx="500448" cy="1233549"/>
          </a:xfrm>
          <a:custGeom>
            <a:avLst/>
            <a:gdLst>
              <a:gd name="T0" fmla="*/ 272 w 352"/>
              <a:gd name="T1" fmla="*/ 0 h 2098"/>
              <a:gd name="T2" fmla="*/ 80 w 352"/>
              <a:gd name="T3" fmla="*/ 0 h 2098"/>
              <a:gd name="T4" fmla="*/ 0 w 352"/>
              <a:gd name="T5" fmla="*/ 80 h 2098"/>
              <a:gd name="T6" fmla="*/ 0 w 352"/>
              <a:gd name="T7" fmla="*/ 2018 h 2098"/>
              <a:gd name="T8" fmla="*/ 80 w 352"/>
              <a:gd name="T9" fmla="*/ 2098 h 2098"/>
              <a:gd name="T10" fmla="*/ 272 w 352"/>
              <a:gd name="T11" fmla="*/ 2098 h 2098"/>
              <a:gd name="T12" fmla="*/ 352 w 352"/>
              <a:gd name="T13" fmla="*/ 2018 h 2098"/>
              <a:gd name="T14" fmla="*/ 352 w 352"/>
              <a:gd name="T15" fmla="*/ 80 h 2098"/>
              <a:gd name="T16" fmla="*/ 272 w 352"/>
              <a:gd name="T17" fmla="*/ 0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2098">
                <a:moveTo>
                  <a:pt x="272" y="0"/>
                </a:moveTo>
                <a:cubicBezTo>
                  <a:pt x="80" y="0"/>
                  <a:pt x="80" y="0"/>
                  <a:pt x="80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2018"/>
                  <a:pt x="0" y="2018"/>
                  <a:pt x="0" y="2018"/>
                </a:cubicBezTo>
                <a:cubicBezTo>
                  <a:pt x="0" y="2063"/>
                  <a:pt x="36" y="2098"/>
                  <a:pt x="80" y="2098"/>
                </a:cubicBezTo>
                <a:cubicBezTo>
                  <a:pt x="272" y="2098"/>
                  <a:pt x="272" y="2098"/>
                  <a:pt x="272" y="2098"/>
                </a:cubicBezTo>
                <a:cubicBezTo>
                  <a:pt x="316" y="2098"/>
                  <a:pt x="352" y="2063"/>
                  <a:pt x="352" y="2018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36"/>
                  <a:pt x="316" y="0"/>
                  <a:pt x="272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7" name="TextBox 13"/>
          <p:cNvSpPr txBox="1"/>
          <p:nvPr/>
        </p:nvSpPr>
        <p:spPr>
          <a:xfrm>
            <a:off x="7234535" y="2309218"/>
            <a:ext cx="57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2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Sun</a:t>
            </a:r>
            <a:endParaRPr lang="en-US" sz="1200" b="1" dirty="0">
              <a:solidFill>
                <a:schemeClr val="accent2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234535" y="2924861"/>
            <a:ext cx="57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2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Mon</a:t>
            </a:r>
            <a:endParaRPr lang="en-US" sz="1200" b="1" dirty="0">
              <a:solidFill>
                <a:schemeClr val="accent2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7234535" y="3540504"/>
            <a:ext cx="57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2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Tue</a:t>
            </a:r>
            <a:endParaRPr lang="en-US" sz="1200" b="1" dirty="0">
              <a:solidFill>
                <a:schemeClr val="accent2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7234535" y="4156147"/>
            <a:ext cx="57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2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Thu</a:t>
            </a:r>
            <a:endParaRPr lang="en-US" sz="1200" b="1" dirty="0">
              <a:solidFill>
                <a:schemeClr val="accent2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sp>
        <p:nvSpPr>
          <p:cNvPr id="21" name="TextBox 17"/>
          <p:cNvSpPr txBox="1"/>
          <p:nvPr/>
        </p:nvSpPr>
        <p:spPr>
          <a:xfrm>
            <a:off x="7234535" y="4771790"/>
            <a:ext cx="576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2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Open Sans" pitchFamily="34" charset="0"/>
              </a:rPr>
              <a:t>Fri</a:t>
            </a:r>
            <a:endParaRPr lang="en-US" sz="1200" b="1" dirty="0">
              <a:solidFill>
                <a:schemeClr val="accent2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Open Sans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23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26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87"/>
          <p:cNvSpPr txBox="1"/>
          <p:nvPr/>
        </p:nvSpPr>
        <p:spPr>
          <a:xfrm>
            <a:off x="7092442" y="2625452"/>
            <a:ext cx="17370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>
                <a:solidFill>
                  <a:schemeClr val="accent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#02</a:t>
            </a:r>
            <a:endParaRPr lang="de-DE" sz="2500" b="1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3" name="Shape 610"/>
          <p:cNvSpPr/>
          <p:nvPr/>
        </p:nvSpPr>
        <p:spPr>
          <a:xfrm>
            <a:off x="2080383" y="1824219"/>
            <a:ext cx="2166218" cy="400091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lnSpc>
                <a:spcPct val="130000"/>
              </a:lnSpc>
              <a:buSzPct val="25000"/>
            </a:pPr>
            <a:r>
              <a:rPr lang="id-ID" sz="1500" b="1">
                <a:latin typeface="Source Han Sans CN" panose="020B0500000000000000" pitchFamily="34" charset="-128"/>
                <a:ea typeface="Source Han Sans CN" panose="020B0500000000000000" pitchFamily="34" charset="-128"/>
                <a:cs typeface="Roboto"/>
                <a:sym typeface="Roboto"/>
              </a:rPr>
              <a:t>Web</a:t>
            </a:r>
            <a:r>
              <a:rPr lang="id-ID" sz="1500">
                <a:latin typeface="Source Han Sans CN" panose="020B0500000000000000" pitchFamily="34" charset="-128"/>
                <a:ea typeface="Source Han Sans CN" panose="020B0500000000000000" pitchFamily="34" charset="-128"/>
                <a:cs typeface="Roboto"/>
                <a:sym typeface="Roboto"/>
              </a:rPr>
              <a:t> Design</a:t>
            </a:r>
            <a:endParaRPr lang="id-ID" sz="1500">
              <a:latin typeface="Source Han Sans CN" panose="020B0500000000000000" pitchFamily="34" charset="-128"/>
              <a:ea typeface="Source Han Sans CN" panose="020B0500000000000000" pitchFamily="34" charset="-128"/>
              <a:cs typeface="Roboto"/>
              <a:sym typeface="Roboto"/>
            </a:endParaRPr>
          </a:p>
        </p:txBody>
      </p:sp>
      <p:cxnSp>
        <p:nvCxnSpPr>
          <p:cNvPr id="4" name="Gerader Verbinder 163"/>
          <p:cNvCxnSpPr/>
          <p:nvPr/>
        </p:nvCxnSpPr>
        <p:spPr>
          <a:xfrm>
            <a:off x="4630063" y="0"/>
            <a:ext cx="0" cy="3392128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171"/>
          <p:cNvCxnSpPr/>
          <p:nvPr/>
        </p:nvCxnSpPr>
        <p:spPr>
          <a:xfrm>
            <a:off x="4630063" y="3392128"/>
            <a:ext cx="0" cy="3465872"/>
          </a:xfrm>
          <a:prstGeom prst="line">
            <a:avLst/>
          </a:prstGeom>
          <a:ln>
            <a:solidFill>
              <a:schemeClr val="bg2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4277473" y="3056339"/>
            <a:ext cx="730066" cy="736527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41062" tIns="20531" rIns="41062" bIns="20531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HelveticaNeueLT Std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defTabSz="407035">
              <a:lnSpc>
                <a:spcPct val="90000"/>
              </a:lnSpc>
              <a:defRPr/>
            </a:pPr>
            <a:endParaRPr lang="en-US" sz="1200">
              <a:latin typeface="Source Han Sans CN" panose="020B0500000000000000" pitchFamily="34" charset="-128"/>
              <a:ea typeface="Source Han Sans CN" panose="020B0500000000000000" pitchFamily="34" charset="-128"/>
              <a:cs typeface="+mn-cs"/>
            </a:endParaRPr>
          </a:p>
        </p:txBody>
      </p:sp>
      <p:sp>
        <p:nvSpPr>
          <p:cNvPr id="7" name="Freeform 85"/>
          <p:cNvSpPr>
            <a:spLocks noChangeArrowheads="1"/>
          </p:cNvSpPr>
          <p:nvPr/>
        </p:nvSpPr>
        <p:spPr bwMode="auto">
          <a:xfrm>
            <a:off x="4504958" y="3263804"/>
            <a:ext cx="275095" cy="292100"/>
          </a:xfrm>
          <a:custGeom>
            <a:avLst/>
            <a:gdLst>
              <a:gd name="T0" fmla="*/ 74070289 w 574"/>
              <a:gd name="T1" fmla="*/ 39339251 h 609"/>
              <a:gd name="T2" fmla="*/ 74070289 w 574"/>
              <a:gd name="T3" fmla="*/ 39339251 h 609"/>
              <a:gd name="T4" fmla="*/ 34773109 w 574"/>
              <a:gd name="T5" fmla="*/ 78678142 h 609"/>
              <a:gd name="T6" fmla="*/ 34773109 w 574"/>
              <a:gd name="T7" fmla="*/ 78678142 h 609"/>
              <a:gd name="T8" fmla="*/ 34773109 w 574"/>
              <a:gd name="T9" fmla="*/ 78678142 h 609"/>
              <a:gd name="T10" fmla="*/ 0 w 574"/>
              <a:gd name="T11" fmla="*/ 43091945 h 609"/>
              <a:gd name="T12" fmla="*/ 21975702 w 574"/>
              <a:gd name="T13" fmla="*/ 10093638 h 609"/>
              <a:gd name="T14" fmla="*/ 21975702 w 574"/>
              <a:gd name="T15" fmla="*/ 10093638 h 609"/>
              <a:gd name="T16" fmla="*/ 22880300 w 574"/>
              <a:gd name="T17" fmla="*/ 10093638 h 609"/>
              <a:gd name="T18" fmla="*/ 26499772 w 574"/>
              <a:gd name="T19" fmla="*/ 13846331 h 609"/>
              <a:gd name="T20" fmla="*/ 23785258 w 574"/>
              <a:gd name="T21" fmla="*/ 17469523 h 609"/>
              <a:gd name="T22" fmla="*/ 23785258 w 574"/>
              <a:gd name="T23" fmla="*/ 17469523 h 609"/>
              <a:gd name="T24" fmla="*/ 7368378 w 574"/>
              <a:gd name="T25" fmla="*/ 43091945 h 609"/>
              <a:gd name="T26" fmla="*/ 34773109 w 574"/>
              <a:gd name="T27" fmla="*/ 71431400 h 609"/>
              <a:gd name="T28" fmla="*/ 63082797 w 574"/>
              <a:gd name="T29" fmla="*/ 43091945 h 609"/>
              <a:gd name="T30" fmla="*/ 45760960 w 574"/>
              <a:gd name="T31" fmla="*/ 17469523 h 609"/>
              <a:gd name="T32" fmla="*/ 45760960 w 574"/>
              <a:gd name="T33" fmla="*/ 17469523 h 609"/>
              <a:gd name="T34" fmla="*/ 43951044 w 574"/>
              <a:gd name="T35" fmla="*/ 13846331 h 609"/>
              <a:gd name="T36" fmla="*/ 47570516 w 574"/>
              <a:gd name="T37" fmla="*/ 10093638 h 609"/>
              <a:gd name="T38" fmla="*/ 48475474 w 574"/>
              <a:gd name="T39" fmla="*/ 10093638 h 609"/>
              <a:gd name="T40" fmla="*/ 48475474 w 574"/>
              <a:gd name="T41" fmla="*/ 10093638 h 609"/>
              <a:gd name="T42" fmla="*/ 70450816 w 574"/>
              <a:gd name="T43" fmla="*/ 43091945 h 609"/>
              <a:gd name="T44" fmla="*/ 34773109 w 574"/>
              <a:gd name="T45" fmla="*/ 78678142 h 609"/>
              <a:gd name="T46" fmla="*/ 34773109 w 574"/>
              <a:gd name="T47" fmla="*/ 40245049 h 609"/>
              <a:gd name="T48" fmla="*/ 34773109 w 574"/>
              <a:gd name="T49" fmla="*/ 40245049 h 609"/>
              <a:gd name="T50" fmla="*/ 31153637 w 574"/>
              <a:gd name="T51" fmla="*/ 36621498 h 609"/>
              <a:gd name="T52" fmla="*/ 31153637 w 574"/>
              <a:gd name="T53" fmla="*/ 15657927 h 609"/>
              <a:gd name="T54" fmla="*/ 31153637 w 574"/>
              <a:gd name="T55" fmla="*/ 15657927 h 609"/>
              <a:gd name="T56" fmla="*/ 31153637 w 574"/>
              <a:gd name="T57" fmla="*/ 8282042 h 609"/>
              <a:gd name="T58" fmla="*/ 31153637 w 574"/>
              <a:gd name="T59" fmla="*/ 8282042 h 609"/>
              <a:gd name="T60" fmla="*/ 31153637 w 574"/>
              <a:gd name="T61" fmla="*/ 3752694 h 609"/>
              <a:gd name="T62" fmla="*/ 34773109 w 574"/>
              <a:gd name="T63" fmla="*/ 0 h 609"/>
              <a:gd name="T64" fmla="*/ 38392581 w 574"/>
              <a:gd name="T65" fmla="*/ 3752694 h 609"/>
              <a:gd name="T66" fmla="*/ 38392581 w 574"/>
              <a:gd name="T67" fmla="*/ 14752129 h 609"/>
              <a:gd name="T68" fmla="*/ 38392581 w 574"/>
              <a:gd name="T69" fmla="*/ 21998871 h 609"/>
              <a:gd name="T70" fmla="*/ 38392581 w 574"/>
              <a:gd name="T71" fmla="*/ 36621498 h 609"/>
              <a:gd name="T72" fmla="*/ 34773109 w 574"/>
              <a:gd name="T73" fmla="*/ 40245049 h 609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574" h="609">
                <a:moveTo>
                  <a:pt x="573" y="304"/>
                </a:moveTo>
                <a:lnTo>
                  <a:pt x="573" y="304"/>
                </a:lnTo>
                <a:close/>
                <a:moveTo>
                  <a:pt x="269" y="608"/>
                </a:moveTo>
                <a:lnTo>
                  <a:pt x="269" y="608"/>
                </a:lnTo>
                <a:cubicBezTo>
                  <a:pt x="120" y="608"/>
                  <a:pt x="0" y="481"/>
                  <a:pt x="0" y="333"/>
                </a:cubicBezTo>
                <a:cubicBezTo>
                  <a:pt x="0" y="220"/>
                  <a:pt x="71" y="121"/>
                  <a:pt x="170" y="78"/>
                </a:cubicBezTo>
                <a:lnTo>
                  <a:pt x="177" y="78"/>
                </a:lnTo>
                <a:cubicBezTo>
                  <a:pt x="191" y="78"/>
                  <a:pt x="205" y="93"/>
                  <a:pt x="205" y="107"/>
                </a:cubicBezTo>
                <a:cubicBezTo>
                  <a:pt x="205" y="121"/>
                  <a:pt x="198" y="128"/>
                  <a:pt x="184" y="135"/>
                </a:cubicBezTo>
                <a:cubicBezTo>
                  <a:pt x="106" y="163"/>
                  <a:pt x="57" y="241"/>
                  <a:pt x="57" y="333"/>
                </a:cubicBezTo>
                <a:cubicBezTo>
                  <a:pt x="57" y="453"/>
                  <a:pt x="149" y="552"/>
                  <a:pt x="269" y="552"/>
                </a:cubicBezTo>
                <a:cubicBezTo>
                  <a:pt x="389" y="552"/>
                  <a:pt x="488" y="453"/>
                  <a:pt x="488" y="333"/>
                </a:cubicBezTo>
                <a:cubicBezTo>
                  <a:pt x="488" y="241"/>
                  <a:pt x="431" y="163"/>
                  <a:pt x="354" y="135"/>
                </a:cubicBezTo>
                <a:cubicBezTo>
                  <a:pt x="347" y="128"/>
                  <a:pt x="340" y="121"/>
                  <a:pt x="340" y="107"/>
                </a:cubicBezTo>
                <a:cubicBezTo>
                  <a:pt x="340" y="93"/>
                  <a:pt x="347" y="78"/>
                  <a:pt x="368" y="78"/>
                </a:cubicBezTo>
                <a:lnTo>
                  <a:pt x="375" y="78"/>
                </a:lnTo>
                <a:cubicBezTo>
                  <a:pt x="474" y="121"/>
                  <a:pt x="545" y="220"/>
                  <a:pt x="545" y="333"/>
                </a:cubicBezTo>
                <a:cubicBezTo>
                  <a:pt x="545" y="481"/>
                  <a:pt x="424" y="608"/>
                  <a:pt x="269" y="608"/>
                </a:cubicBezTo>
                <a:close/>
                <a:moveTo>
                  <a:pt x="269" y="311"/>
                </a:moveTo>
                <a:lnTo>
                  <a:pt x="269" y="311"/>
                </a:lnTo>
                <a:cubicBezTo>
                  <a:pt x="255" y="311"/>
                  <a:pt x="241" y="304"/>
                  <a:pt x="241" y="283"/>
                </a:cubicBezTo>
                <a:cubicBezTo>
                  <a:pt x="241" y="121"/>
                  <a:pt x="241" y="121"/>
                  <a:pt x="241" y="121"/>
                </a:cubicBezTo>
                <a:cubicBezTo>
                  <a:pt x="241" y="64"/>
                  <a:pt x="241" y="64"/>
                  <a:pt x="241" y="64"/>
                </a:cubicBezTo>
                <a:cubicBezTo>
                  <a:pt x="241" y="29"/>
                  <a:pt x="241" y="29"/>
                  <a:pt x="241" y="29"/>
                </a:cubicBezTo>
                <a:cubicBezTo>
                  <a:pt x="241" y="15"/>
                  <a:pt x="255" y="0"/>
                  <a:pt x="269" y="0"/>
                </a:cubicBezTo>
                <a:cubicBezTo>
                  <a:pt x="290" y="0"/>
                  <a:pt x="297" y="15"/>
                  <a:pt x="297" y="29"/>
                </a:cubicBezTo>
                <a:cubicBezTo>
                  <a:pt x="297" y="114"/>
                  <a:pt x="297" y="114"/>
                  <a:pt x="297" y="114"/>
                </a:cubicBezTo>
                <a:cubicBezTo>
                  <a:pt x="297" y="170"/>
                  <a:pt x="297" y="170"/>
                  <a:pt x="297" y="170"/>
                </a:cubicBezTo>
                <a:cubicBezTo>
                  <a:pt x="297" y="283"/>
                  <a:pt x="297" y="283"/>
                  <a:pt x="297" y="283"/>
                </a:cubicBezTo>
                <a:cubicBezTo>
                  <a:pt x="297" y="304"/>
                  <a:pt x="290" y="311"/>
                  <a:pt x="269" y="3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en-US" sz="450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8" name="Rectangle 62"/>
          <p:cNvSpPr/>
          <p:nvPr/>
        </p:nvSpPr>
        <p:spPr>
          <a:xfrm>
            <a:off x="7155120" y="3391773"/>
            <a:ext cx="1782000" cy="90000"/>
          </a:xfrm>
          <a:prstGeom prst="rect">
            <a:avLst/>
          </a:prstGeom>
          <a:solidFill>
            <a:schemeClr val="tx1">
              <a:alpha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dirty="0">
              <a:solidFill>
                <a:schemeClr val="tx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9" name="Rectangle 65"/>
          <p:cNvSpPr/>
          <p:nvPr/>
        </p:nvSpPr>
        <p:spPr>
          <a:xfrm>
            <a:off x="7155120" y="3391773"/>
            <a:ext cx="1440296" cy="9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dirty="0">
              <a:solidFill>
                <a:schemeClr val="tx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9074488" y="3364230"/>
            <a:ext cx="1010050" cy="184666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d-ID" sz="900" dirty="0">
                <a:solidFill>
                  <a:schemeClr val="tx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Wordpress</a:t>
            </a:r>
            <a:endParaRPr lang="en-US" sz="900" dirty="0">
              <a:solidFill>
                <a:schemeClr val="tx1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1" name="Shape 610"/>
          <p:cNvSpPr/>
          <p:nvPr/>
        </p:nvSpPr>
        <p:spPr>
          <a:xfrm>
            <a:off x="2080383" y="4592465"/>
            <a:ext cx="2166218" cy="400091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lnSpc>
                <a:spcPct val="130000"/>
              </a:lnSpc>
              <a:buSzPct val="25000"/>
            </a:pPr>
            <a:r>
              <a:rPr lang="id-ID" sz="1500" b="1">
                <a:latin typeface="Source Han Sans CN" panose="020B0500000000000000" pitchFamily="34" charset="-128"/>
                <a:ea typeface="Source Han Sans CN" panose="020B0500000000000000" pitchFamily="34" charset="-128"/>
                <a:cs typeface="Roboto"/>
                <a:sym typeface="Roboto"/>
              </a:rPr>
              <a:t>Web</a:t>
            </a:r>
            <a:r>
              <a:rPr lang="id-ID" sz="1500">
                <a:latin typeface="Source Han Sans CN" panose="020B0500000000000000" pitchFamily="34" charset="-128"/>
                <a:ea typeface="Source Han Sans CN" panose="020B0500000000000000" pitchFamily="34" charset="-128"/>
                <a:cs typeface="Roboto"/>
                <a:sym typeface="Roboto"/>
              </a:rPr>
              <a:t> Design</a:t>
            </a:r>
            <a:endParaRPr lang="id-ID" sz="1500">
              <a:latin typeface="Source Han Sans CN" panose="020B0500000000000000" pitchFamily="34" charset="-128"/>
              <a:ea typeface="Source Han Sans CN" panose="020B0500000000000000" pitchFamily="34" charset="-128"/>
              <a:cs typeface="Roboto"/>
              <a:sym typeface="Roboto"/>
            </a:endParaRPr>
          </a:p>
        </p:txBody>
      </p:sp>
      <p:sp>
        <p:nvSpPr>
          <p:cNvPr id="12" name="Textfeld 164"/>
          <p:cNvSpPr txBox="1"/>
          <p:nvPr/>
        </p:nvSpPr>
        <p:spPr>
          <a:xfrm>
            <a:off x="5096022" y="1335718"/>
            <a:ext cx="761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solidFill>
                  <a:schemeClr val="accent3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02</a:t>
            </a:r>
            <a:endParaRPr lang="de-DE" sz="3000" b="1">
              <a:solidFill>
                <a:schemeClr val="accent3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3" name="Textfeld 164"/>
          <p:cNvSpPr txBox="1"/>
          <p:nvPr/>
        </p:nvSpPr>
        <p:spPr>
          <a:xfrm>
            <a:off x="3485966" y="5018852"/>
            <a:ext cx="761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>
                <a:solidFill>
                  <a:schemeClr val="accent3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</a:rPr>
              <a:t>03</a:t>
            </a:r>
            <a:endParaRPr lang="de-DE" sz="3000" b="1">
              <a:solidFill>
                <a:schemeClr val="accent3"/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4" name="Ellipse 63"/>
          <p:cNvSpPr/>
          <p:nvPr/>
        </p:nvSpPr>
        <p:spPr>
          <a:xfrm>
            <a:off x="4446782" y="4607214"/>
            <a:ext cx="415102" cy="4151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0">
              <a:solidFill>
                <a:schemeClr val="bg2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5" name="Shape 3850"/>
          <p:cNvSpPr/>
          <p:nvPr/>
        </p:nvSpPr>
        <p:spPr>
          <a:xfrm>
            <a:off x="4569641" y="4714299"/>
            <a:ext cx="139886" cy="1714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45713" tIns="22850" rIns="45713" bIns="22850" anchor="ctr" anchorCtr="0">
            <a:noAutofit/>
          </a:bodyPr>
          <a:lstStyle/>
          <a:p>
            <a:endParaRPr sz="1800">
              <a:solidFill>
                <a:schemeClr val="bg2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16" name="Ellipse 66"/>
          <p:cNvSpPr/>
          <p:nvPr/>
        </p:nvSpPr>
        <p:spPr>
          <a:xfrm>
            <a:off x="4446782" y="1853454"/>
            <a:ext cx="415102" cy="41510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0">
              <a:solidFill>
                <a:schemeClr val="bg2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7" name="Freeform 142"/>
          <p:cNvSpPr>
            <a:spLocks noChangeArrowheads="1"/>
          </p:cNvSpPr>
          <p:nvPr/>
        </p:nvSpPr>
        <p:spPr bwMode="auto">
          <a:xfrm>
            <a:off x="4560106" y="1981037"/>
            <a:ext cx="174258" cy="171758"/>
          </a:xfrm>
          <a:custGeom>
            <a:avLst/>
            <a:gdLst>
              <a:gd name="T0" fmla="*/ 530 w 602"/>
              <a:gd name="T1" fmla="*/ 241 h 595"/>
              <a:gd name="T2" fmla="*/ 530 w 602"/>
              <a:gd name="T3" fmla="*/ 241 h 595"/>
              <a:gd name="T4" fmla="*/ 573 w 602"/>
              <a:gd name="T5" fmla="*/ 318 h 595"/>
              <a:gd name="T6" fmla="*/ 453 w 602"/>
              <a:gd name="T7" fmla="*/ 269 h 595"/>
              <a:gd name="T8" fmla="*/ 410 w 602"/>
              <a:gd name="T9" fmla="*/ 276 h 595"/>
              <a:gd name="T10" fmla="*/ 240 w 602"/>
              <a:gd name="T11" fmla="*/ 135 h 595"/>
              <a:gd name="T12" fmla="*/ 410 w 602"/>
              <a:gd name="T13" fmla="*/ 0 h 595"/>
              <a:gd name="T14" fmla="*/ 601 w 602"/>
              <a:gd name="T15" fmla="*/ 135 h 595"/>
              <a:gd name="T16" fmla="*/ 530 w 602"/>
              <a:gd name="T17" fmla="*/ 241 h 595"/>
              <a:gd name="T18" fmla="*/ 205 w 602"/>
              <a:gd name="T19" fmla="*/ 149 h 595"/>
              <a:gd name="T20" fmla="*/ 205 w 602"/>
              <a:gd name="T21" fmla="*/ 149 h 595"/>
              <a:gd name="T22" fmla="*/ 396 w 602"/>
              <a:gd name="T23" fmla="*/ 311 h 595"/>
              <a:gd name="T24" fmla="*/ 438 w 602"/>
              <a:gd name="T25" fmla="*/ 304 h 595"/>
              <a:gd name="T26" fmla="*/ 438 w 602"/>
              <a:gd name="T27" fmla="*/ 304 h 595"/>
              <a:gd name="T28" fmla="*/ 438 w 602"/>
              <a:gd name="T29" fmla="*/ 304 h 595"/>
              <a:gd name="T30" fmla="*/ 537 w 602"/>
              <a:gd name="T31" fmla="*/ 347 h 595"/>
              <a:gd name="T32" fmla="*/ 283 w 602"/>
              <a:gd name="T33" fmla="*/ 509 h 595"/>
              <a:gd name="T34" fmla="*/ 226 w 602"/>
              <a:gd name="T35" fmla="*/ 495 h 595"/>
              <a:gd name="T36" fmla="*/ 36 w 602"/>
              <a:gd name="T37" fmla="*/ 573 h 595"/>
              <a:gd name="T38" fmla="*/ 99 w 602"/>
              <a:gd name="T39" fmla="*/ 460 h 595"/>
              <a:gd name="T40" fmla="*/ 0 w 602"/>
              <a:gd name="T41" fmla="*/ 297 h 595"/>
              <a:gd name="T42" fmla="*/ 219 w 602"/>
              <a:gd name="T43" fmla="*/ 92 h 595"/>
              <a:gd name="T44" fmla="*/ 205 w 602"/>
              <a:gd name="T45" fmla="*/ 149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2" h="595">
                <a:moveTo>
                  <a:pt x="530" y="241"/>
                </a:moveTo>
                <a:lnTo>
                  <a:pt x="530" y="241"/>
                </a:lnTo>
                <a:cubicBezTo>
                  <a:pt x="523" y="248"/>
                  <a:pt x="523" y="290"/>
                  <a:pt x="573" y="318"/>
                </a:cubicBezTo>
                <a:cubicBezTo>
                  <a:pt x="573" y="318"/>
                  <a:pt x="502" y="332"/>
                  <a:pt x="453" y="269"/>
                </a:cubicBezTo>
                <a:cubicBezTo>
                  <a:pt x="438" y="269"/>
                  <a:pt x="424" y="276"/>
                  <a:pt x="410" y="276"/>
                </a:cubicBezTo>
                <a:cubicBezTo>
                  <a:pt x="304" y="276"/>
                  <a:pt x="240" y="212"/>
                  <a:pt x="240" y="135"/>
                </a:cubicBezTo>
                <a:cubicBezTo>
                  <a:pt x="240" y="64"/>
                  <a:pt x="304" y="0"/>
                  <a:pt x="410" y="0"/>
                </a:cubicBezTo>
                <a:cubicBezTo>
                  <a:pt x="516" y="0"/>
                  <a:pt x="601" y="64"/>
                  <a:pt x="601" y="135"/>
                </a:cubicBezTo>
                <a:cubicBezTo>
                  <a:pt x="601" y="177"/>
                  <a:pt x="573" y="219"/>
                  <a:pt x="530" y="241"/>
                </a:cubicBezTo>
                <a:close/>
                <a:moveTo>
                  <a:pt x="205" y="149"/>
                </a:moveTo>
                <a:lnTo>
                  <a:pt x="205" y="149"/>
                </a:lnTo>
                <a:cubicBezTo>
                  <a:pt x="212" y="233"/>
                  <a:pt x="283" y="304"/>
                  <a:pt x="396" y="311"/>
                </a:cubicBezTo>
                <a:cubicBezTo>
                  <a:pt x="410" y="311"/>
                  <a:pt x="424" y="311"/>
                  <a:pt x="438" y="304"/>
                </a:cubicBezTo>
                <a:lnTo>
                  <a:pt x="438" y="304"/>
                </a:lnTo>
                <a:lnTo>
                  <a:pt x="438" y="304"/>
                </a:lnTo>
                <a:cubicBezTo>
                  <a:pt x="474" y="339"/>
                  <a:pt x="516" y="347"/>
                  <a:pt x="537" y="347"/>
                </a:cubicBezTo>
                <a:cubicBezTo>
                  <a:pt x="516" y="439"/>
                  <a:pt x="424" y="509"/>
                  <a:pt x="283" y="509"/>
                </a:cubicBezTo>
                <a:cubicBezTo>
                  <a:pt x="269" y="509"/>
                  <a:pt x="248" y="502"/>
                  <a:pt x="226" y="495"/>
                </a:cubicBezTo>
                <a:cubicBezTo>
                  <a:pt x="156" y="594"/>
                  <a:pt x="36" y="573"/>
                  <a:pt x="36" y="573"/>
                </a:cubicBezTo>
                <a:cubicBezTo>
                  <a:pt x="120" y="537"/>
                  <a:pt x="120" y="467"/>
                  <a:pt x="99" y="460"/>
                </a:cubicBezTo>
                <a:cubicBezTo>
                  <a:pt x="36" y="424"/>
                  <a:pt x="0" y="361"/>
                  <a:pt x="0" y="297"/>
                </a:cubicBezTo>
                <a:cubicBezTo>
                  <a:pt x="0" y="198"/>
                  <a:pt x="92" y="113"/>
                  <a:pt x="219" y="92"/>
                </a:cubicBezTo>
                <a:cubicBezTo>
                  <a:pt x="212" y="113"/>
                  <a:pt x="205" y="128"/>
                  <a:pt x="205" y="1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450">
              <a:latin typeface="Source Han Sans CN" panose="020B0500000000000000" pitchFamily="34" charset="-128"/>
              <a:ea typeface="Source Han Sans CN" panose="020B0500000000000000" pitchFamily="34" charset="-128"/>
            </a:endParaRPr>
          </a:p>
        </p:txBody>
      </p:sp>
      <p:sp>
        <p:nvSpPr>
          <p:cNvPr id="18" name="Rectangle 30"/>
          <p:cNvSpPr/>
          <p:nvPr/>
        </p:nvSpPr>
        <p:spPr>
          <a:xfrm>
            <a:off x="7960963" y="2685074"/>
            <a:ext cx="14442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092442" y="3771040"/>
            <a:ext cx="2467853" cy="876257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20" name="Rectangle 29"/>
          <p:cNvSpPr/>
          <p:nvPr/>
        </p:nvSpPr>
        <p:spPr>
          <a:xfrm>
            <a:off x="5131805" y="1871115"/>
            <a:ext cx="1646361" cy="819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sp>
        <p:nvSpPr>
          <p:cNvPr id="21" name="Rectangle 29"/>
          <p:cNvSpPr/>
          <p:nvPr/>
        </p:nvSpPr>
        <p:spPr>
          <a:xfrm>
            <a:off x="5131805" y="4710876"/>
            <a:ext cx="1646361" cy="819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FZHei-B01S" panose="02010601030101010101" pitchFamily="2" charset="-122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23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26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65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65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7"/>
          <p:cNvSpPr/>
          <p:nvPr/>
        </p:nvSpPr>
        <p:spPr>
          <a:xfrm>
            <a:off x="9534525" y="3390900"/>
            <a:ext cx="1609725" cy="1609725"/>
          </a:xfrm>
          <a:custGeom>
            <a:avLst/>
            <a:gdLst>
              <a:gd name="connsiteX0" fmla="*/ 1213419 w 2431775"/>
              <a:gd name="connsiteY0" fmla="*/ 1 h 2431775"/>
              <a:gd name="connsiteX1" fmla="*/ 1438186 w 2431775"/>
              <a:gd name="connsiteY1" fmla="*/ 92569 h 2431775"/>
              <a:gd name="connsiteX2" fmla="*/ 2338296 w 2431775"/>
              <a:gd name="connsiteY2" fmla="*/ 989030 h 2431775"/>
              <a:gd name="connsiteX3" fmla="*/ 2339208 w 2431775"/>
              <a:gd name="connsiteY3" fmla="*/ 1438186 h 2431775"/>
              <a:gd name="connsiteX4" fmla="*/ 1442746 w 2431775"/>
              <a:gd name="connsiteY4" fmla="*/ 2338296 h 2431775"/>
              <a:gd name="connsiteX5" fmla="*/ 993590 w 2431775"/>
              <a:gd name="connsiteY5" fmla="*/ 2339208 h 2431775"/>
              <a:gd name="connsiteX6" fmla="*/ 93481 w 2431775"/>
              <a:gd name="connsiteY6" fmla="*/ 1442746 h 2431775"/>
              <a:gd name="connsiteX7" fmla="*/ 92569 w 2431775"/>
              <a:gd name="connsiteY7" fmla="*/ 993590 h 2431775"/>
              <a:gd name="connsiteX8" fmla="*/ 989030 w 2431775"/>
              <a:gd name="connsiteY8" fmla="*/ 93481 h 2431775"/>
              <a:gd name="connsiteX9" fmla="*/ 1213419 w 2431775"/>
              <a:gd name="connsiteY9" fmla="*/ 1 h 2431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31775" h="2431775">
                <a:moveTo>
                  <a:pt x="1213419" y="1"/>
                </a:moveTo>
                <a:cubicBezTo>
                  <a:pt x="1294700" y="-164"/>
                  <a:pt x="1376044" y="30679"/>
                  <a:pt x="1438186" y="92569"/>
                </a:cubicBezTo>
                <a:lnTo>
                  <a:pt x="2338296" y="989030"/>
                </a:lnTo>
                <a:cubicBezTo>
                  <a:pt x="2462579" y="1112809"/>
                  <a:pt x="2462987" y="1313903"/>
                  <a:pt x="2339208" y="1438186"/>
                </a:cubicBezTo>
                <a:lnTo>
                  <a:pt x="1442746" y="2338296"/>
                </a:lnTo>
                <a:cubicBezTo>
                  <a:pt x="1318967" y="2462579"/>
                  <a:pt x="1117873" y="2462987"/>
                  <a:pt x="993590" y="2339208"/>
                </a:cubicBezTo>
                <a:lnTo>
                  <a:pt x="93481" y="1442746"/>
                </a:lnTo>
                <a:cubicBezTo>
                  <a:pt x="-30802" y="1318967"/>
                  <a:pt x="-31211" y="1117873"/>
                  <a:pt x="92569" y="993590"/>
                </a:cubicBezTo>
                <a:lnTo>
                  <a:pt x="989030" y="93481"/>
                </a:lnTo>
                <a:cubicBezTo>
                  <a:pt x="1050920" y="31339"/>
                  <a:pt x="1132138" y="166"/>
                  <a:pt x="121341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Freeform: Shape 46"/>
          <p:cNvSpPr/>
          <p:nvPr/>
        </p:nvSpPr>
        <p:spPr>
          <a:xfrm>
            <a:off x="3294063" y="3390900"/>
            <a:ext cx="2208212" cy="2208213"/>
          </a:xfrm>
          <a:custGeom>
            <a:avLst/>
            <a:gdLst>
              <a:gd name="connsiteX0" fmla="*/ 1213419 w 2431775"/>
              <a:gd name="connsiteY0" fmla="*/ 1 h 2431775"/>
              <a:gd name="connsiteX1" fmla="*/ 1438186 w 2431775"/>
              <a:gd name="connsiteY1" fmla="*/ 92569 h 2431775"/>
              <a:gd name="connsiteX2" fmla="*/ 2338296 w 2431775"/>
              <a:gd name="connsiteY2" fmla="*/ 989030 h 2431775"/>
              <a:gd name="connsiteX3" fmla="*/ 2339208 w 2431775"/>
              <a:gd name="connsiteY3" fmla="*/ 1438186 h 2431775"/>
              <a:gd name="connsiteX4" fmla="*/ 1442746 w 2431775"/>
              <a:gd name="connsiteY4" fmla="*/ 2338296 h 2431775"/>
              <a:gd name="connsiteX5" fmla="*/ 993590 w 2431775"/>
              <a:gd name="connsiteY5" fmla="*/ 2339208 h 2431775"/>
              <a:gd name="connsiteX6" fmla="*/ 93481 w 2431775"/>
              <a:gd name="connsiteY6" fmla="*/ 1442746 h 2431775"/>
              <a:gd name="connsiteX7" fmla="*/ 92569 w 2431775"/>
              <a:gd name="connsiteY7" fmla="*/ 993590 h 2431775"/>
              <a:gd name="connsiteX8" fmla="*/ 989030 w 2431775"/>
              <a:gd name="connsiteY8" fmla="*/ 93481 h 2431775"/>
              <a:gd name="connsiteX9" fmla="*/ 1213419 w 2431775"/>
              <a:gd name="connsiteY9" fmla="*/ 1 h 2431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31775" h="2431775">
                <a:moveTo>
                  <a:pt x="1213419" y="1"/>
                </a:moveTo>
                <a:cubicBezTo>
                  <a:pt x="1294700" y="-164"/>
                  <a:pt x="1376044" y="30679"/>
                  <a:pt x="1438186" y="92569"/>
                </a:cubicBezTo>
                <a:lnTo>
                  <a:pt x="2338296" y="989030"/>
                </a:lnTo>
                <a:cubicBezTo>
                  <a:pt x="2462579" y="1112809"/>
                  <a:pt x="2462987" y="1313903"/>
                  <a:pt x="2339208" y="1438186"/>
                </a:cubicBezTo>
                <a:lnTo>
                  <a:pt x="1442746" y="2338296"/>
                </a:lnTo>
                <a:cubicBezTo>
                  <a:pt x="1318967" y="2462579"/>
                  <a:pt x="1117873" y="2462987"/>
                  <a:pt x="993590" y="2339208"/>
                </a:cubicBezTo>
                <a:lnTo>
                  <a:pt x="93481" y="1442746"/>
                </a:lnTo>
                <a:cubicBezTo>
                  <a:pt x="-30802" y="1318967"/>
                  <a:pt x="-31211" y="1117873"/>
                  <a:pt x="92569" y="993590"/>
                </a:cubicBezTo>
                <a:lnTo>
                  <a:pt x="989030" y="93481"/>
                </a:lnTo>
                <a:cubicBezTo>
                  <a:pt x="1050920" y="31339"/>
                  <a:pt x="1132138" y="166"/>
                  <a:pt x="121341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任意形状 18"/>
          <p:cNvSpPr/>
          <p:nvPr/>
        </p:nvSpPr>
        <p:spPr>
          <a:xfrm>
            <a:off x="9119673" y="3789922"/>
            <a:ext cx="2439428" cy="2439428"/>
          </a:xfrm>
          <a:custGeom>
            <a:avLst/>
            <a:gdLst>
              <a:gd name="connsiteX0" fmla="*/ 1213555 w 2432050"/>
              <a:gd name="connsiteY0" fmla="*/ 1 h 2432050"/>
              <a:gd name="connsiteX1" fmla="*/ 1438348 w 2432050"/>
              <a:gd name="connsiteY1" fmla="*/ 92580 h 2432050"/>
              <a:gd name="connsiteX2" fmla="*/ 2338560 w 2432050"/>
              <a:gd name="connsiteY2" fmla="*/ 989142 h 2432050"/>
              <a:gd name="connsiteX3" fmla="*/ 2339472 w 2432050"/>
              <a:gd name="connsiteY3" fmla="*/ 1438349 h 2432050"/>
              <a:gd name="connsiteX4" fmla="*/ 1442908 w 2432050"/>
              <a:gd name="connsiteY4" fmla="*/ 2338561 h 2432050"/>
              <a:gd name="connsiteX5" fmla="*/ 1279149 w 2432050"/>
              <a:gd name="connsiteY5" fmla="*/ 2426112 h 2432050"/>
              <a:gd name="connsiteX6" fmla="*/ 1218497 w 2432050"/>
              <a:gd name="connsiteY6" fmla="*/ 2432050 h 2432050"/>
              <a:gd name="connsiteX7" fmla="*/ 1218491 w 2432050"/>
              <a:gd name="connsiteY7" fmla="*/ 2432050 h 2432050"/>
              <a:gd name="connsiteX8" fmla="*/ 1157816 w 2432050"/>
              <a:gd name="connsiteY8" fmla="*/ 2426359 h 2432050"/>
              <a:gd name="connsiteX9" fmla="*/ 993702 w 2432050"/>
              <a:gd name="connsiteY9" fmla="*/ 2339473 h 2432050"/>
              <a:gd name="connsiteX10" fmla="*/ 93491 w 2432050"/>
              <a:gd name="connsiteY10" fmla="*/ 1442909 h 2432050"/>
              <a:gd name="connsiteX11" fmla="*/ 92579 w 2432050"/>
              <a:gd name="connsiteY11" fmla="*/ 993703 h 2432050"/>
              <a:gd name="connsiteX12" fmla="*/ 989141 w 2432050"/>
              <a:gd name="connsiteY12" fmla="*/ 93492 h 2432050"/>
              <a:gd name="connsiteX13" fmla="*/ 1213555 w 2432050"/>
              <a:gd name="connsiteY13" fmla="*/ 1 h 243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32050" h="2432050">
                <a:moveTo>
                  <a:pt x="1213555" y="1"/>
                </a:moveTo>
                <a:cubicBezTo>
                  <a:pt x="1294846" y="-164"/>
                  <a:pt x="1376199" y="30683"/>
                  <a:pt x="1438348" y="92580"/>
                </a:cubicBezTo>
                <a:lnTo>
                  <a:pt x="2338560" y="989142"/>
                </a:lnTo>
                <a:cubicBezTo>
                  <a:pt x="2462857" y="1112935"/>
                  <a:pt x="2463265" y="1314052"/>
                  <a:pt x="2339472" y="1438349"/>
                </a:cubicBezTo>
                <a:lnTo>
                  <a:pt x="1442908" y="2338561"/>
                </a:lnTo>
                <a:cubicBezTo>
                  <a:pt x="1396486" y="2385172"/>
                  <a:pt x="1339191" y="2414361"/>
                  <a:pt x="1279149" y="2426112"/>
                </a:cubicBezTo>
                <a:lnTo>
                  <a:pt x="1218497" y="2432050"/>
                </a:lnTo>
                <a:lnTo>
                  <a:pt x="1218491" y="2432050"/>
                </a:lnTo>
                <a:lnTo>
                  <a:pt x="1157816" y="2426359"/>
                </a:lnTo>
                <a:cubicBezTo>
                  <a:pt x="1097727" y="2414852"/>
                  <a:pt x="1040313" y="2385895"/>
                  <a:pt x="993702" y="2339473"/>
                </a:cubicBezTo>
                <a:lnTo>
                  <a:pt x="93491" y="1442909"/>
                </a:lnTo>
                <a:cubicBezTo>
                  <a:pt x="-30806" y="1319116"/>
                  <a:pt x="-31215" y="1118000"/>
                  <a:pt x="92579" y="993703"/>
                </a:cubicBezTo>
                <a:lnTo>
                  <a:pt x="989141" y="93492"/>
                </a:lnTo>
                <a:cubicBezTo>
                  <a:pt x="1051038" y="31343"/>
                  <a:pt x="1132265" y="166"/>
                  <a:pt x="1213555" y="1"/>
                </a:cubicBezTo>
                <a:close/>
              </a:path>
            </a:pathLst>
          </a:custGeom>
          <a:blipFill>
            <a:blip r:embed="rId1"/>
            <a:stretch>
              <a:fillRect l="-24963" r="-24963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任意形状 19"/>
          <p:cNvSpPr/>
          <p:nvPr/>
        </p:nvSpPr>
        <p:spPr>
          <a:xfrm>
            <a:off x="603069" y="1258887"/>
            <a:ext cx="4419018" cy="4419018"/>
          </a:xfrm>
          <a:custGeom>
            <a:avLst/>
            <a:gdLst>
              <a:gd name="connsiteX0" fmla="*/ 1213555 w 2432050"/>
              <a:gd name="connsiteY0" fmla="*/ 1 h 2432050"/>
              <a:gd name="connsiteX1" fmla="*/ 1438348 w 2432050"/>
              <a:gd name="connsiteY1" fmla="*/ 92580 h 2432050"/>
              <a:gd name="connsiteX2" fmla="*/ 2338560 w 2432050"/>
              <a:gd name="connsiteY2" fmla="*/ 989142 h 2432050"/>
              <a:gd name="connsiteX3" fmla="*/ 2339472 w 2432050"/>
              <a:gd name="connsiteY3" fmla="*/ 1438349 h 2432050"/>
              <a:gd name="connsiteX4" fmla="*/ 1442908 w 2432050"/>
              <a:gd name="connsiteY4" fmla="*/ 2338561 h 2432050"/>
              <a:gd name="connsiteX5" fmla="*/ 1279149 w 2432050"/>
              <a:gd name="connsiteY5" fmla="*/ 2426112 h 2432050"/>
              <a:gd name="connsiteX6" fmla="*/ 1218497 w 2432050"/>
              <a:gd name="connsiteY6" fmla="*/ 2432050 h 2432050"/>
              <a:gd name="connsiteX7" fmla="*/ 1218491 w 2432050"/>
              <a:gd name="connsiteY7" fmla="*/ 2432050 h 2432050"/>
              <a:gd name="connsiteX8" fmla="*/ 1157816 w 2432050"/>
              <a:gd name="connsiteY8" fmla="*/ 2426359 h 2432050"/>
              <a:gd name="connsiteX9" fmla="*/ 993702 w 2432050"/>
              <a:gd name="connsiteY9" fmla="*/ 2339473 h 2432050"/>
              <a:gd name="connsiteX10" fmla="*/ 93491 w 2432050"/>
              <a:gd name="connsiteY10" fmla="*/ 1442909 h 2432050"/>
              <a:gd name="connsiteX11" fmla="*/ 92579 w 2432050"/>
              <a:gd name="connsiteY11" fmla="*/ 993703 h 2432050"/>
              <a:gd name="connsiteX12" fmla="*/ 989141 w 2432050"/>
              <a:gd name="connsiteY12" fmla="*/ 93492 h 2432050"/>
              <a:gd name="connsiteX13" fmla="*/ 1213555 w 2432050"/>
              <a:gd name="connsiteY13" fmla="*/ 1 h 243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32050" h="2432050">
                <a:moveTo>
                  <a:pt x="1213555" y="1"/>
                </a:moveTo>
                <a:cubicBezTo>
                  <a:pt x="1294846" y="-164"/>
                  <a:pt x="1376199" y="30683"/>
                  <a:pt x="1438348" y="92580"/>
                </a:cubicBezTo>
                <a:lnTo>
                  <a:pt x="2338560" y="989142"/>
                </a:lnTo>
                <a:cubicBezTo>
                  <a:pt x="2462857" y="1112935"/>
                  <a:pt x="2463265" y="1314052"/>
                  <a:pt x="2339472" y="1438349"/>
                </a:cubicBezTo>
                <a:lnTo>
                  <a:pt x="1442908" y="2338561"/>
                </a:lnTo>
                <a:cubicBezTo>
                  <a:pt x="1396486" y="2385172"/>
                  <a:pt x="1339191" y="2414361"/>
                  <a:pt x="1279149" y="2426112"/>
                </a:cubicBezTo>
                <a:lnTo>
                  <a:pt x="1218497" y="2432050"/>
                </a:lnTo>
                <a:lnTo>
                  <a:pt x="1218491" y="2432050"/>
                </a:lnTo>
                <a:lnTo>
                  <a:pt x="1157816" y="2426359"/>
                </a:lnTo>
                <a:cubicBezTo>
                  <a:pt x="1097727" y="2414852"/>
                  <a:pt x="1040313" y="2385895"/>
                  <a:pt x="993702" y="2339473"/>
                </a:cubicBezTo>
                <a:lnTo>
                  <a:pt x="93491" y="1442909"/>
                </a:lnTo>
                <a:cubicBezTo>
                  <a:pt x="-30806" y="1319116"/>
                  <a:pt x="-31215" y="1118000"/>
                  <a:pt x="92579" y="993703"/>
                </a:cubicBezTo>
                <a:lnTo>
                  <a:pt x="989141" y="93492"/>
                </a:lnTo>
                <a:cubicBezTo>
                  <a:pt x="1051038" y="31343"/>
                  <a:pt x="1132265" y="166"/>
                  <a:pt x="1213555" y="1"/>
                </a:cubicBezTo>
                <a:close/>
              </a:path>
            </a:pathLst>
          </a:custGeom>
          <a:blipFill>
            <a:blip r:embed="rId2"/>
            <a:stretch>
              <a:fillRect l="-38857" r="-38857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29513" y="2313682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在这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l"/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Google Shape;86;p19"/>
          <p:cNvSpPr txBox="1"/>
          <p:nvPr/>
        </p:nvSpPr>
        <p:spPr>
          <a:xfrm>
            <a:off x="5229513" y="1912794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  <p:sp>
        <p:nvSpPr>
          <p:cNvPr id="9" name="TextBox 24"/>
          <p:cNvSpPr txBox="1"/>
          <p:nvPr/>
        </p:nvSpPr>
        <p:spPr>
          <a:xfrm>
            <a:off x="5817788" y="4086922"/>
            <a:ext cx="3183654" cy="1332785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11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14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2"/>
          <p:cNvSpPr txBox="1"/>
          <p:nvPr/>
        </p:nvSpPr>
        <p:spPr>
          <a:xfrm>
            <a:off x="1270000" y="634999"/>
            <a:ext cx="3682977" cy="5270501"/>
          </a:xfrm>
          <a:prstGeom prst="rect">
            <a:avLst/>
          </a:prstGeom>
          <a:blipFill>
            <a:blip r:embed="rId1"/>
            <a:stretch>
              <a:fillRect l="-57329" r="-57329"/>
            </a:stretch>
          </a:blipFill>
          <a:ln w="12700">
            <a:miter lim="400000"/>
          </a:ln>
        </p:spPr>
      </p:sp>
      <p:sp>
        <p:nvSpPr>
          <p:cNvPr id="4" name="Rechteck"/>
          <p:cNvSpPr/>
          <p:nvPr/>
        </p:nvSpPr>
        <p:spPr>
          <a:xfrm>
            <a:off x="635000" y="-1"/>
            <a:ext cx="1840074" cy="182245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6" name="Kreis"/>
          <p:cNvSpPr/>
          <p:nvPr/>
        </p:nvSpPr>
        <p:spPr>
          <a:xfrm>
            <a:off x="5905500" y="4635500"/>
            <a:ext cx="1270000" cy="1270000"/>
          </a:xfrm>
          <a:prstGeom prst="ellipse">
            <a:avLst/>
          </a:prstGeom>
          <a:blipFill>
            <a:blip r:embed="rId2"/>
            <a:stretch>
              <a:fillRect l="-25000" r="-25000"/>
            </a:stretch>
          </a:blip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7" name="Kreis"/>
          <p:cNvSpPr/>
          <p:nvPr/>
        </p:nvSpPr>
        <p:spPr>
          <a:xfrm>
            <a:off x="5905500" y="2794000"/>
            <a:ext cx="1270000" cy="1270000"/>
          </a:xfrm>
          <a:prstGeom prst="ellipse">
            <a:avLst/>
          </a:prstGeom>
          <a:blipFill>
            <a:blip r:embed="rId3"/>
            <a:stretch>
              <a:fillRect t="-24900" b="-24900"/>
            </a:stretch>
          </a:blip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4" name="Kreis"/>
          <p:cNvSpPr/>
          <p:nvPr/>
        </p:nvSpPr>
        <p:spPr>
          <a:xfrm>
            <a:off x="5905500" y="955040"/>
            <a:ext cx="1270000" cy="1270001"/>
          </a:xfrm>
          <a:prstGeom prst="ellipse">
            <a:avLst/>
          </a:prstGeom>
          <a:blipFill>
            <a:blip r:embed="rId4"/>
            <a:stretch>
              <a:fillRect l="-24900" r="-24900"/>
            </a:stretch>
          </a:blip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/>
          </a:p>
        </p:txBody>
      </p:sp>
      <p:sp>
        <p:nvSpPr>
          <p:cNvPr id="18" name="Rectangle 29"/>
          <p:cNvSpPr/>
          <p:nvPr/>
        </p:nvSpPr>
        <p:spPr>
          <a:xfrm>
            <a:off x="7626321" y="1395094"/>
            <a:ext cx="3631824" cy="57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19" name="Rectangle 30"/>
          <p:cNvSpPr/>
          <p:nvPr/>
        </p:nvSpPr>
        <p:spPr>
          <a:xfrm>
            <a:off x="7626321" y="1091937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0" name="Rectangle 29"/>
          <p:cNvSpPr/>
          <p:nvPr/>
        </p:nvSpPr>
        <p:spPr>
          <a:xfrm>
            <a:off x="7626321" y="3254890"/>
            <a:ext cx="3631824" cy="57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21" name="Rectangle 30"/>
          <p:cNvSpPr/>
          <p:nvPr/>
        </p:nvSpPr>
        <p:spPr>
          <a:xfrm>
            <a:off x="7626321" y="2951733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22" name="Rectangle 29"/>
          <p:cNvSpPr/>
          <p:nvPr/>
        </p:nvSpPr>
        <p:spPr>
          <a:xfrm>
            <a:off x="7626321" y="5114686"/>
            <a:ext cx="3631824" cy="57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23" name="Rectangle 30"/>
          <p:cNvSpPr/>
          <p:nvPr/>
        </p:nvSpPr>
        <p:spPr>
          <a:xfrm>
            <a:off x="7626321" y="4811529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5;p31"/>
          <p:cNvSpPr/>
          <p:nvPr/>
        </p:nvSpPr>
        <p:spPr>
          <a:xfrm>
            <a:off x="8339138" y="2395537"/>
            <a:ext cx="3186112" cy="3857625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1"/>
            <a:stretch>
              <a:fillRect l="-40807" r="-40807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Google Shape;235;p31"/>
          <p:cNvSpPr/>
          <p:nvPr/>
        </p:nvSpPr>
        <p:spPr>
          <a:xfrm>
            <a:off x="6834188" y="466725"/>
            <a:ext cx="2566987" cy="3108012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2"/>
            <a:stretch>
              <a:fillRect t="-11945" b="-11945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Google Shape;235;p31"/>
          <p:cNvSpPr/>
          <p:nvPr/>
        </p:nvSpPr>
        <p:spPr>
          <a:xfrm>
            <a:off x="5572125" y="2395537"/>
            <a:ext cx="1983581" cy="240164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3"/>
            <a:stretch>
              <a:fillRect t="-1620" b="-1620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Right Triangle 14"/>
          <p:cNvSpPr/>
          <p:nvPr/>
        </p:nvSpPr>
        <p:spPr>
          <a:xfrm rot="18900000">
            <a:off x="7513908" y="-282646"/>
            <a:ext cx="1207546" cy="1207546"/>
          </a:xfrm>
          <a:prstGeom prst="rtTriangl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23"/>
          <p:cNvSpPr txBox="1"/>
          <p:nvPr/>
        </p:nvSpPr>
        <p:spPr>
          <a:xfrm>
            <a:off x="1234296" y="2227786"/>
            <a:ext cx="4161299" cy="553998"/>
          </a:xfrm>
          <a:prstGeom prst="rect">
            <a:avLst/>
          </a:prstGeom>
          <a:noFill/>
        </p:spPr>
        <p:txBody>
          <a:bodyPr wrap="square" lIns="91423" tIns="0" rIns="91423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cs typeface="Open Sans" pitchFamily="34" charset="0"/>
                <a:sym typeface="+mn-ea"/>
              </a:rPr>
              <a:t>添加标题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Open Sans" pitchFamily="34" charset="0"/>
              <a:sym typeface="+mn-ea"/>
            </a:endParaRPr>
          </a:p>
        </p:txBody>
      </p:sp>
      <p:sp>
        <p:nvSpPr>
          <p:cNvPr id="7" name="TextBox 24"/>
          <p:cNvSpPr txBox="1"/>
          <p:nvPr/>
        </p:nvSpPr>
        <p:spPr>
          <a:xfrm>
            <a:off x="1234296" y="3479371"/>
            <a:ext cx="3475817" cy="1353944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FZHei-B01S" panose="02010601030101010101" pitchFamily="2" charset="-122"/>
            </a:endParaRPr>
          </a:p>
        </p:txBody>
      </p:sp>
      <p:sp>
        <p:nvSpPr>
          <p:cNvPr id="8" name="Google Shape;86;p19"/>
          <p:cNvSpPr txBox="1"/>
          <p:nvPr/>
        </p:nvSpPr>
        <p:spPr>
          <a:xfrm>
            <a:off x="1234296" y="2781784"/>
            <a:ext cx="3183654" cy="47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Source Han Sans CN" panose="020B0500000000000000" pitchFamily="34" charset="-128"/>
                <a:ea typeface="Source Han Sans CN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accent1"/>
              </a:solidFill>
              <a:latin typeface="Source Han Sans CN" panose="020B0500000000000000" pitchFamily="34" charset="-128"/>
              <a:ea typeface="Source Han Sans CN" panose="020B0500000000000000" pitchFamily="34" charset="-128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/>
          <p:nvPr/>
        </p:nvSpPr>
        <p:spPr>
          <a:xfrm>
            <a:off x="5743575" y="-1"/>
            <a:ext cx="6448425" cy="6858001"/>
          </a:xfrm>
          <a:custGeom>
            <a:avLst/>
            <a:gdLst>
              <a:gd name="connsiteX0" fmla="*/ 12128 w 6040582"/>
              <a:gd name="connsiteY0" fmla="*/ 0 h 6846377"/>
              <a:gd name="connsiteX1" fmla="*/ 6040582 w 6040582"/>
              <a:gd name="connsiteY1" fmla="*/ 0 h 6846377"/>
              <a:gd name="connsiteX2" fmla="*/ 6040582 w 6040582"/>
              <a:gd name="connsiteY2" fmla="*/ 6846377 h 6846377"/>
              <a:gd name="connsiteX3" fmla="*/ 0 w 6040582"/>
              <a:gd name="connsiteY3" fmla="*/ 6846377 h 6846377"/>
              <a:gd name="connsiteX4" fmla="*/ 485187 w 6040582"/>
              <a:gd name="connsiteY4" fmla="*/ 6233443 h 6846377"/>
              <a:gd name="connsiteX5" fmla="*/ 485187 w 6040582"/>
              <a:gd name="connsiteY5" fmla="*/ 5493294 h 6846377"/>
              <a:gd name="connsiteX6" fmla="*/ 485187 w 6040582"/>
              <a:gd name="connsiteY6" fmla="*/ 5053831 h 6846377"/>
              <a:gd name="connsiteX7" fmla="*/ 485187 w 6040582"/>
              <a:gd name="connsiteY7" fmla="*/ 4903488 h 6846377"/>
              <a:gd name="connsiteX8" fmla="*/ 485187 w 6040582"/>
              <a:gd name="connsiteY8" fmla="*/ 4845663 h 6846377"/>
              <a:gd name="connsiteX9" fmla="*/ 509445 w 6040582"/>
              <a:gd name="connsiteY9" fmla="*/ 4834099 h 6846377"/>
              <a:gd name="connsiteX10" fmla="*/ 606484 w 6040582"/>
              <a:gd name="connsiteY10" fmla="*/ 4741579 h 6846377"/>
              <a:gd name="connsiteX11" fmla="*/ 909725 w 6040582"/>
              <a:gd name="connsiteY11" fmla="*/ 4440893 h 6846377"/>
              <a:gd name="connsiteX12" fmla="*/ 1504081 w 6040582"/>
              <a:gd name="connsiteY12" fmla="*/ 3885782 h 6846377"/>
              <a:gd name="connsiteX13" fmla="*/ 1528338 w 6040582"/>
              <a:gd name="connsiteY13" fmla="*/ 2983726 h 6846377"/>
              <a:gd name="connsiteX14" fmla="*/ 1067411 w 6040582"/>
              <a:gd name="connsiteY14" fmla="*/ 2544263 h 6846377"/>
              <a:gd name="connsiteX15" fmla="*/ 715649 w 6040582"/>
              <a:gd name="connsiteY15" fmla="*/ 2220447 h 6846377"/>
              <a:gd name="connsiteX16" fmla="*/ 497316 w 6040582"/>
              <a:gd name="connsiteY16" fmla="*/ 2012282 h 6846377"/>
              <a:gd name="connsiteX17" fmla="*/ 485187 w 6040582"/>
              <a:gd name="connsiteY17" fmla="*/ 2000715 h 6846377"/>
              <a:gd name="connsiteX18" fmla="*/ 485187 w 6040582"/>
              <a:gd name="connsiteY18" fmla="*/ 1919762 h 6846377"/>
              <a:gd name="connsiteX19" fmla="*/ 485187 w 6040582"/>
              <a:gd name="connsiteY19" fmla="*/ 1549687 h 6846377"/>
              <a:gd name="connsiteX20" fmla="*/ 485187 w 6040582"/>
              <a:gd name="connsiteY20" fmla="*/ 693890 h 6846377"/>
              <a:gd name="connsiteX21" fmla="*/ 460927 w 6040582"/>
              <a:gd name="connsiteY21" fmla="*/ 416333 h 6846377"/>
              <a:gd name="connsiteX22" fmla="*/ 12128 w 6040582"/>
              <a:gd name="connsiteY22" fmla="*/ 0 h 6846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40582" h="6846377">
                <a:moveTo>
                  <a:pt x="12128" y="0"/>
                </a:moveTo>
                <a:cubicBezTo>
                  <a:pt x="12128" y="0"/>
                  <a:pt x="12128" y="0"/>
                  <a:pt x="6040582" y="0"/>
                </a:cubicBezTo>
                <a:lnTo>
                  <a:pt x="6040582" y="6846377"/>
                </a:lnTo>
                <a:cubicBezTo>
                  <a:pt x="6040582" y="6846377"/>
                  <a:pt x="6040582" y="6846377"/>
                  <a:pt x="0" y="6846377"/>
                </a:cubicBezTo>
                <a:cubicBezTo>
                  <a:pt x="291112" y="6776988"/>
                  <a:pt x="485187" y="6522561"/>
                  <a:pt x="485187" y="6233443"/>
                </a:cubicBezTo>
                <a:cubicBezTo>
                  <a:pt x="485187" y="5990581"/>
                  <a:pt x="485187" y="5736154"/>
                  <a:pt x="485187" y="5493294"/>
                </a:cubicBezTo>
                <a:cubicBezTo>
                  <a:pt x="485187" y="5342952"/>
                  <a:pt x="485187" y="5204173"/>
                  <a:pt x="485187" y="5053831"/>
                </a:cubicBezTo>
                <a:cubicBezTo>
                  <a:pt x="485187" y="5007569"/>
                  <a:pt x="485187" y="4961310"/>
                  <a:pt x="485187" y="4903488"/>
                </a:cubicBezTo>
                <a:cubicBezTo>
                  <a:pt x="485187" y="4903488"/>
                  <a:pt x="485187" y="4868793"/>
                  <a:pt x="485187" y="4845663"/>
                </a:cubicBezTo>
                <a:cubicBezTo>
                  <a:pt x="497316" y="4845663"/>
                  <a:pt x="497316" y="4834099"/>
                  <a:pt x="509445" y="4834099"/>
                </a:cubicBezTo>
                <a:cubicBezTo>
                  <a:pt x="533706" y="4799404"/>
                  <a:pt x="570095" y="4764709"/>
                  <a:pt x="606484" y="4741579"/>
                </a:cubicBezTo>
                <a:cubicBezTo>
                  <a:pt x="703521" y="4637495"/>
                  <a:pt x="812689" y="4544977"/>
                  <a:pt x="909725" y="4440893"/>
                </a:cubicBezTo>
                <a:cubicBezTo>
                  <a:pt x="1115930" y="4255856"/>
                  <a:pt x="1310005" y="4070819"/>
                  <a:pt x="1504081" y="3885782"/>
                </a:cubicBezTo>
                <a:cubicBezTo>
                  <a:pt x="1758804" y="3631355"/>
                  <a:pt x="1795193" y="3249717"/>
                  <a:pt x="1528338" y="2983726"/>
                </a:cubicBezTo>
                <a:cubicBezTo>
                  <a:pt x="1370652" y="2844948"/>
                  <a:pt x="1212969" y="2694605"/>
                  <a:pt x="1067411" y="2544263"/>
                </a:cubicBezTo>
                <a:cubicBezTo>
                  <a:pt x="946114" y="2440179"/>
                  <a:pt x="836946" y="2336095"/>
                  <a:pt x="715649" y="2220447"/>
                </a:cubicBezTo>
                <a:cubicBezTo>
                  <a:pt x="642874" y="2151058"/>
                  <a:pt x="570095" y="2070104"/>
                  <a:pt x="497316" y="2012282"/>
                </a:cubicBezTo>
                <a:cubicBezTo>
                  <a:pt x="497316" y="2000715"/>
                  <a:pt x="497316" y="2000715"/>
                  <a:pt x="485187" y="2000715"/>
                </a:cubicBezTo>
                <a:cubicBezTo>
                  <a:pt x="497316" y="1977587"/>
                  <a:pt x="485187" y="1942892"/>
                  <a:pt x="485187" y="1919762"/>
                </a:cubicBezTo>
                <a:cubicBezTo>
                  <a:pt x="485187" y="1804114"/>
                  <a:pt x="485187" y="1676899"/>
                  <a:pt x="485187" y="1549687"/>
                </a:cubicBezTo>
                <a:cubicBezTo>
                  <a:pt x="485187" y="1272133"/>
                  <a:pt x="485187" y="983012"/>
                  <a:pt x="485187" y="693890"/>
                </a:cubicBezTo>
                <a:cubicBezTo>
                  <a:pt x="485187" y="601370"/>
                  <a:pt x="485187" y="508853"/>
                  <a:pt x="460927" y="416333"/>
                </a:cubicBezTo>
                <a:cubicBezTo>
                  <a:pt x="388148" y="219732"/>
                  <a:pt x="218333" y="57822"/>
                  <a:pt x="12128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616453" y="-2"/>
            <a:ext cx="11431" cy="1195442"/>
            <a:chOff x="616453" y="-2"/>
            <a:chExt cx="11431" cy="1195442"/>
          </a:xfrm>
        </p:grpSpPr>
        <p:sp>
          <p:nvSpPr>
            <p:cNvPr id="14" name="Shape 1036"/>
            <p:cNvSpPr/>
            <p:nvPr/>
          </p:nvSpPr>
          <p:spPr>
            <a:xfrm rot="5400000" flipH="1">
              <a:off x="307844" y="872549"/>
              <a:ext cx="640080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  <p:sp>
          <p:nvSpPr>
            <p:cNvPr id="15" name="Shape 1037"/>
            <p:cNvSpPr/>
            <p:nvPr/>
          </p:nvSpPr>
          <p:spPr>
            <a:xfrm rot="5400000" flipH="1">
              <a:off x="18732" y="597719"/>
              <a:ext cx="1195442" cy="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</p:grpSp>
      <p:sp>
        <p:nvSpPr>
          <p:cNvPr id="22" name="Picture Placeholder 1"/>
          <p:cNvSpPr txBox="1"/>
          <p:nvPr/>
        </p:nvSpPr>
        <p:spPr>
          <a:xfrm>
            <a:off x="6151418" y="-2"/>
            <a:ext cx="6040582" cy="6858000"/>
          </a:xfrm>
          <a:custGeom>
            <a:avLst/>
            <a:gdLst>
              <a:gd name="connsiteX0" fmla="*/ 3774 w 1879600"/>
              <a:gd name="connsiteY0" fmla="*/ 0 h 2232025"/>
              <a:gd name="connsiteX1" fmla="*/ 1879600 w 1879600"/>
              <a:gd name="connsiteY1" fmla="*/ 0 h 2232025"/>
              <a:gd name="connsiteX2" fmla="*/ 1879600 w 1879600"/>
              <a:gd name="connsiteY2" fmla="*/ 2232025 h 2232025"/>
              <a:gd name="connsiteX3" fmla="*/ 0 w 1879600"/>
              <a:gd name="connsiteY3" fmla="*/ 2232025 h 2232025"/>
              <a:gd name="connsiteX4" fmla="*/ 150972 w 1879600"/>
              <a:gd name="connsiteY4" fmla="*/ 2032199 h 2232025"/>
              <a:gd name="connsiteX5" fmla="*/ 150972 w 1879600"/>
              <a:gd name="connsiteY5" fmla="*/ 1790899 h 2232025"/>
              <a:gd name="connsiteX6" fmla="*/ 150972 w 1879600"/>
              <a:gd name="connsiteY6" fmla="*/ 1647627 h 2232025"/>
              <a:gd name="connsiteX7" fmla="*/ 150972 w 1879600"/>
              <a:gd name="connsiteY7" fmla="*/ 1598613 h 2232025"/>
              <a:gd name="connsiteX8" fmla="*/ 150972 w 1879600"/>
              <a:gd name="connsiteY8" fmla="*/ 1579761 h 2232025"/>
              <a:gd name="connsiteX9" fmla="*/ 158520 w 1879600"/>
              <a:gd name="connsiteY9" fmla="*/ 1575991 h 2232025"/>
              <a:gd name="connsiteX10" fmla="*/ 188715 w 1879600"/>
              <a:gd name="connsiteY10" fmla="*/ 1545828 h 2232025"/>
              <a:gd name="connsiteX11" fmla="*/ 283072 w 1879600"/>
              <a:gd name="connsiteY11" fmla="*/ 1447800 h 2232025"/>
              <a:gd name="connsiteX12" fmla="*/ 468013 w 1879600"/>
              <a:gd name="connsiteY12" fmla="*/ 1266825 h 2232025"/>
              <a:gd name="connsiteX13" fmla="*/ 475561 w 1879600"/>
              <a:gd name="connsiteY13" fmla="*/ 972741 h 2232025"/>
              <a:gd name="connsiteX14" fmla="*/ 332138 w 1879600"/>
              <a:gd name="connsiteY14" fmla="*/ 829469 h 2232025"/>
              <a:gd name="connsiteX15" fmla="*/ 222683 w 1879600"/>
              <a:gd name="connsiteY15" fmla="*/ 723900 h 2232025"/>
              <a:gd name="connsiteX16" fmla="*/ 154746 w 1879600"/>
              <a:gd name="connsiteY16" fmla="*/ 656035 h 2232025"/>
              <a:gd name="connsiteX17" fmla="*/ 150972 w 1879600"/>
              <a:gd name="connsiteY17" fmla="*/ 652264 h 2232025"/>
              <a:gd name="connsiteX18" fmla="*/ 150972 w 1879600"/>
              <a:gd name="connsiteY18" fmla="*/ 625872 h 2232025"/>
              <a:gd name="connsiteX19" fmla="*/ 150972 w 1879600"/>
              <a:gd name="connsiteY19" fmla="*/ 505222 h 2232025"/>
              <a:gd name="connsiteX20" fmla="*/ 150972 w 1879600"/>
              <a:gd name="connsiteY20" fmla="*/ 226219 h 2232025"/>
              <a:gd name="connsiteX21" fmla="*/ 143423 w 1879600"/>
              <a:gd name="connsiteY21" fmla="*/ 135731 h 2232025"/>
              <a:gd name="connsiteX22" fmla="*/ 3774 w 1879600"/>
              <a:gd name="connsiteY22" fmla="*/ 0 h 223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9600" h="2232025">
                <a:moveTo>
                  <a:pt x="3774" y="0"/>
                </a:moveTo>
                <a:cubicBezTo>
                  <a:pt x="3774" y="0"/>
                  <a:pt x="3774" y="0"/>
                  <a:pt x="1879600" y="0"/>
                </a:cubicBezTo>
                <a:lnTo>
                  <a:pt x="1879600" y="2232025"/>
                </a:lnTo>
                <a:cubicBezTo>
                  <a:pt x="1879600" y="2232025"/>
                  <a:pt x="1879600" y="2232025"/>
                  <a:pt x="0" y="2232025"/>
                </a:cubicBezTo>
                <a:cubicBezTo>
                  <a:pt x="90583" y="2209403"/>
                  <a:pt x="150972" y="2126456"/>
                  <a:pt x="150972" y="2032199"/>
                </a:cubicBezTo>
                <a:cubicBezTo>
                  <a:pt x="150972" y="1953022"/>
                  <a:pt x="150972" y="1870075"/>
                  <a:pt x="150972" y="1790899"/>
                </a:cubicBezTo>
                <a:cubicBezTo>
                  <a:pt x="150972" y="1741885"/>
                  <a:pt x="150972" y="1696641"/>
                  <a:pt x="150972" y="1647627"/>
                </a:cubicBezTo>
                <a:cubicBezTo>
                  <a:pt x="150972" y="1632545"/>
                  <a:pt x="150972" y="1617464"/>
                  <a:pt x="150972" y="1598613"/>
                </a:cubicBezTo>
                <a:cubicBezTo>
                  <a:pt x="150972" y="1598613"/>
                  <a:pt x="150972" y="1587302"/>
                  <a:pt x="150972" y="1579761"/>
                </a:cubicBezTo>
                <a:cubicBezTo>
                  <a:pt x="154746" y="1579761"/>
                  <a:pt x="154746" y="1575991"/>
                  <a:pt x="158520" y="1575991"/>
                </a:cubicBezTo>
                <a:cubicBezTo>
                  <a:pt x="166069" y="1564680"/>
                  <a:pt x="177392" y="1553369"/>
                  <a:pt x="188715" y="1545828"/>
                </a:cubicBezTo>
                <a:cubicBezTo>
                  <a:pt x="218909" y="1511895"/>
                  <a:pt x="252878" y="1481733"/>
                  <a:pt x="283072" y="1447800"/>
                </a:cubicBezTo>
                <a:cubicBezTo>
                  <a:pt x="347235" y="1387475"/>
                  <a:pt x="407624" y="1327150"/>
                  <a:pt x="468013" y="1266825"/>
                </a:cubicBezTo>
                <a:cubicBezTo>
                  <a:pt x="547273" y="1183878"/>
                  <a:pt x="558596" y="1059458"/>
                  <a:pt x="475561" y="972741"/>
                </a:cubicBezTo>
                <a:cubicBezTo>
                  <a:pt x="426495" y="927497"/>
                  <a:pt x="377430" y="878483"/>
                  <a:pt x="332138" y="829469"/>
                </a:cubicBezTo>
                <a:cubicBezTo>
                  <a:pt x="294395" y="795536"/>
                  <a:pt x="260426" y="761603"/>
                  <a:pt x="222683" y="723900"/>
                </a:cubicBezTo>
                <a:cubicBezTo>
                  <a:pt x="200038" y="701278"/>
                  <a:pt x="177392" y="674886"/>
                  <a:pt x="154746" y="656035"/>
                </a:cubicBezTo>
                <a:cubicBezTo>
                  <a:pt x="154746" y="652264"/>
                  <a:pt x="154746" y="652264"/>
                  <a:pt x="150972" y="652264"/>
                </a:cubicBezTo>
                <a:cubicBezTo>
                  <a:pt x="154746" y="644724"/>
                  <a:pt x="150972" y="633413"/>
                  <a:pt x="150972" y="625872"/>
                </a:cubicBezTo>
                <a:cubicBezTo>
                  <a:pt x="150972" y="588169"/>
                  <a:pt x="150972" y="546695"/>
                  <a:pt x="150972" y="505222"/>
                </a:cubicBezTo>
                <a:cubicBezTo>
                  <a:pt x="150972" y="414735"/>
                  <a:pt x="150972" y="320477"/>
                  <a:pt x="150972" y="226219"/>
                </a:cubicBezTo>
                <a:cubicBezTo>
                  <a:pt x="150972" y="196056"/>
                  <a:pt x="150972" y="165894"/>
                  <a:pt x="143423" y="135731"/>
                </a:cubicBezTo>
                <a:cubicBezTo>
                  <a:pt x="120777" y="71636"/>
                  <a:pt x="67937" y="18851"/>
                  <a:pt x="3774" y="0"/>
                </a:cubicBezTo>
                <a:close/>
              </a:path>
            </a:pathLst>
          </a:custGeom>
          <a:blipFill>
            <a:blip r:embed="rId1"/>
            <a:stretch>
              <a:fillRect t="-16060" b="-16060"/>
            </a:stretch>
          </a:blipFill>
        </p:spPr>
      </p:sp>
      <p:grpSp>
        <p:nvGrpSpPr>
          <p:cNvPr id="23" name="Group 22"/>
          <p:cNvGrpSpPr/>
          <p:nvPr/>
        </p:nvGrpSpPr>
        <p:grpSpPr>
          <a:xfrm>
            <a:off x="1322276" y="3590951"/>
            <a:ext cx="4194767" cy="11431"/>
            <a:chOff x="7001699" y="3148901"/>
            <a:chExt cx="4194767" cy="11431"/>
          </a:xfrm>
        </p:grpSpPr>
        <p:sp>
          <p:nvSpPr>
            <p:cNvPr id="24" name="Shape 1036"/>
            <p:cNvSpPr/>
            <p:nvPr/>
          </p:nvSpPr>
          <p:spPr>
            <a:xfrm>
              <a:off x="7001699" y="3148901"/>
              <a:ext cx="1085850" cy="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  <p:sp>
          <p:nvSpPr>
            <p:cNvPr id="25" name="Shape 1037"/>
            <p:cNvSpPr/>
            <p:nvPr/>
          </p:nvSpPr>
          <p:spPr>
            <a:xfrm>
              <a:off x="7001699" y="3160332"/>
              <a:ext cx="4194767" cy="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</p:grpSp>
      <p:sp>
        <p:nvSpPr>
          <p:cNvPr id="26" name="TextBox 7"/>
          <p:cNvSpPr txBox="1"/>
          <p:nvPr/>
        </p:nvSpPr>
        <p:spPr>
          <a:xfrm>
            <a:off x="1250830" y="2199460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在这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添加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页面标题内容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27" name="Google Shape;86;p19"/>
          <p:cNvSpPr txBox="1"/>
          <p:nvPr/>
        </p:nvSpPr>
        <p:spPr>
          <a:xfrm>
            <a:off x="1250830" y="1798572"/>
            <a:ext cx="3183654" cy="310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cs typeface="Lato"/>
                <a:sym typeface="Lato"/>
              </a:rPr>
              <a:t>YOUR TITLE HERE</a:t>
            </a:r>
            <a:endParaRPr sz="2400" b="0" i="0" u="none" strike="noStrike" cap="none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cs typeface="Lato"/>
              <a:sym typeface="Lato"/>
            </a:endParaRPr>
          </a:p>
        </p:txBody>
      </p:sp>
      <p:sp>
        <p:nvSpPr>
          <p:cNvPr id="28" name="TextBox 24"/>
          <p:cNvSpPr txBox="1"/>
          <p:nvPr/>
        </p:nvSpPr>
        <p:spPr>
          <a:xfrm>
            <a:off x="1250830" y="3960497"/>
            <a:ext cx="4194766" cy="1347019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请在此处添加具体内容，文字尽量言简意赅，简单说明即可，不必过于繁琐，注意板面美观度。请在此处添加具体内容，文字尽量言简意赅，简单说明即可，不必过于繁琐，注意板面美观度。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636"/>
          <p:cNvSpPr/>
          <p:nvPr/>
        </p:nvSpPr>
        <p:spPr bwMode="auto">
          <a:xfrm>
            <a:off x="6056313" y="3978146"/>
            <a:ext cx="69850" cy="284162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9" y="3"/>
              </a:cxn>
              <a:cxn ang="0">
                <a:pos x="3" y="1"/>
              </a:cxn>
              <a:cxn ang="0">
                <a:pos x="1" y="7"/>
              </a:cxn>
              <a:cxn ang="0">
                <a:pos x="3" y="9"/>
              </a:cxn>
              <a:cxn ang="0">
                <a:pos x="3" y="31"/>
              </a:cxn>
              <a:cxn ang="0">
                <a:pos x="3" y="31"/>
              </a:cxn>
              <a:cxn ang="0">
                <a:pos x="1" y="38"/>
              </a:cxn>
              <a:cxn ang="0">
                <a:pos x="7" y="39"/>
              </a:cxn>
              <a:cxn ang="0">
                <a:pos x="9" y="33"/>
              </a:cxn>
              <a:cxn ang="0">
                <a:pos x="7" y="31"/>
              </a:cxn>
              <a:cxn ang="0">
                <a:pos x="7" y="9"/>
              </a:cxn>
            </a:cxnLst>
            <a:rect l="0" t="0" r="r" b="b"/>
            <a:pathLst>
              <a:path w="10" h="41">
                <a:moveTo>
                  <a:pt x="7" y="9"/>
                </a:moveTo>
                <a:cubicBezTo>
                  <a:pt x="10" y="8"/>
                  <a:pt x="10" y="5"/>
                  <a:pt x="9" y="3"/>
                </a:cubicBezTo>
                <a:cubicBezTo>
                  <a:pt x="8" y="1"/>
                  <a:pt x="5" y="0"/>
                  <a:pt x="3" y="1"/>
                </a:cubicBezTo>
                <a:cubicBezTo>
                  <a:pt x="1" y="2"/>
                  <a:pt x="0" y="5"/>
                  <a:pt x="1" y="7"/>
                </a:cubicBezTo>
                <a:cubicBezTo>
                  <a:pt x="2" y="8"/>
                  <a:pt x="2" y="9"/>
                  <a:pt x="3" y="9"/>
                </a:cubicBezTo>
                <a:cubicBezTo>
                  <a:pt x="3" y="31"/>
                  <a:pt x="3" y="31"/>
                  <a:pt x="3" y="31"/>
                </a:cubicBezTo>
                <a:cubicBezTo>
                  <a:pt x="3" y="31"/>
                  <a:pt x="3" y="31"/>
                  <a:pt x="3" y="31"/>
                </a:cubicBezTo>
                <a:cubicBezTo>
                  <a:pt x="0" y="33"/>
                  <a:pt x="0" y="35"/>
                  <a:pt x="1" y="38"/>
                </a:cubicBezTo>
                <a:cubicBezTo>
                  <a:pt x="2" y="40"/>
                  <a:pt x="5" y="41"/>
                  <a:pt x="7" y="39"/>
                </a:cubicBezTo>
                <a:cubicBezTo>
                  <a:pt x="9" y="38"/>
                  <a:pt x="10" y="35"/>
                  <a:pt x="9" y="33"/>
                </a:cubicBezTo>
                <a:cubicBezTo>
                  <a:pt x="8" y="32"/>
                  <a:pt x="8" y="32"/>
                  <a:pt x="7" y="31"/>
                </a:cubicBezTo>
                <a:cubicBezTo>
                  <a:pt x="7" y="9"/>
                  <a:pt x="7" y="9"/>
                  <a:pt x="7" y="9"/>
                </a:cubicBezTo>
                <a:close/>
              </a:path>
            </a:pathLst>
          </a:custGeom>
          <a:solidFill>
            <a:srgbClr val="BCBEC0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36" name="Oval 767"/>
          <p:cNvSpPr>
            <a:spLocks noChangeArrowheads="1"/>
          </p:cNvSpPr>
          <p:nvPr/>
        </p:nvSpPr>
        <p:spPr bwMode="auto">
          <a:xfrm>
            <a:off x="5835651" y="2527171"/>
            <a:ext cx="531813" cy="531812"/>
          </a:xfrm>
          <a:prstGeom prst="ellipse">
            <a:avLst/>
          </a:prstGeom>
          <a:solidFill>
            <a:srgbClr val="383839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37" name="Freeform 768"/>
          <p:cNvSpPr/>
          <p:nvPr/>
        </p:nvSpPr>
        <p:spPr bwMode="auto">
          <a:xfrm>
            <a:off x="4792663" y="1663571"/>
            <a:ext cx="2597150" cy="4000500"/>
          </a:xfrm>
          <a:custGeom>
            <a:avLst/>
            <a:gdLst/>
            <a:ahLst/>
            <a:cxnLst>
              <a:cxn ang="0">
                <a:pos x="302" y="266"/>
              </a:cxn>
              <a:cxn ang="0">
                <a:pos x="302" y="244"/>
              </a:cxn>
              <a:cxn ang="0">
                <a:pos x="229" y="22"/>
              </a:cxn>
              <a:cxn ang="0">
                <a:pos x="186" y="0"/>
              </a:cxn>
              <a:cxn ang="0">
                <a:pos x="148" y="20"/>
              </a:cxn>
              <a:cxn ang="0">
                <a:pos x="74" y="244"/>
              </a:cxn>
              <a:cxn ang="0">
                <a:pos x="74" y="266"/>
              </a:cxn>
              <a:cxn ang="0">
                <a:pos x="0" y="476"/>
              </a:cxn>
              <a:cxn ang="0">
                <a:pos x="16" y="492"/>
              </a:cxn>
              <a:cxn ang="0">
                <a:pos x="80" y="492"/>
              </a:cxn>
              <a:cxn ang="0">
                <a:pos x="118" y="539"/>
              </a:cxn>
              <a:cxn ang="0">
                <a:pos x="112" y="553"/>
              </a:cxn>
              <a:cxn ang="0">
                <a:pos x="117" y="573"/>
              </a:cxn>
              <a:cxn ang="0">
                <a:pos x="141" y="567"/>
              </a:cxn>
              <a:cxn ang="0">
                <a:pos x="156" y="533"/>
              </a:cxn>
              <a:cxn ang="0">
                <a:pos x="158" y="522"/>
              </a:cxn>
              <a:cxn ang="0">
                <a:pos x="142" y="509"/>
              </a:cxn>
              <a:cxn ang="0">
                <a:pos x="133" y="509"/>
              </a:cxn>
              <a:cxn ang="0">
                <a:pos x="111" y="489"/>
              </a:cxn>
              <a:cxn ang="0">
                <a:pos x="111" y="475"/>
              </a:cxn>
              <a:cxn ang="0">
                <a:pos x="95" y="460"/>
              </a:cxn>
              <a:cxn ang="0">
                <a:pos x="50" y="460"/>
              </a:cxn>
              <a:cxn ang="0">
                <a:pos x="34" y="442"/>
              </a:cxn>
              <a:cxn ang="0">
                <a:pos x="65" y="324"/>
              </a:cxn>
              <a:cxn ang="0">
                <a:pos x="65" y="324"/>
              </a:cxn>
              <a:cxn ang="0">
                <a:pos x="74" y="326"/>
              </a:cxn>
              <a:cxn ang="0">
                <a:pos x="74" y="356"/>
              </a:cxn>
              <a:cxn ang="0">
                <a:pos x="89" y="373"/>
              </a:cxn>
              <a:cxn ang="0">
                <a:pos x="106" y="357"/>
              </a:cxn>
              <a:cxn ang="0">
                <a:pos x="106" y="266"/>
              </a:cxn>
              <a:cxn ang="0">
                <a:pos x="106" y="266"/>
              </a:cxn>
              <a:cxn ang="0">
                <a:pos x="106" y="244"/>
              </a:cxn>
              <a:cxn ang="0">
                <a:pos x="173" y="40"/>
              </a:cxn>
              <a:cxn ang="0">
                <a:pos x="186" y="32"/>
              </a:cxn>
              <a:cxn ang="0">
                <a:pos x="202" y="39"/>
              </a:cxn>
              <a:cxn ang="0">
                <a:pos x="270" y="244"/>
              </a:cxn>
              <a:cxn ang="0">
                <a:pos x="270" y="271"/>
              </a:cxn>
              <a:cxn ang="0">
                <a:pos x="270" y="356"/>
              </a:cxn>
              <a:cxn ang="0">
                <a:pos x="284" y="373"/>
              </a:cxn>
              <a:cxn ang="0">
                <a:pos x="302" y="357"/>
              </a:cxn>
              <a:cxn ang="0">
                <a:pos x="302" y="326"/>
              </a:cxn>
              <a:cxn ang="0">
                <a:pos x="311" y="324"/>
              </a:cxn>
              <a:cxn ang="0">
                <a:pos x="311" y="324"/>
              </a:cxn>
              <a:cxn ang="0">
                <a:pos x="342" y="442"/>
              </a:cxn>
              <a:cxn ang="0">
                <a:pos x="326" y="460"/>
              </a:cxn>
              <a:cxn ang="0">
                <a:pos x="281" y="460"/>
              </a:cxn>
              <a:cxn ang="0">
                <a:pos x="265" y="475"/>
              </a:cxn>
              <a:cxn ang="0">
                <a:pos x="264" y="488"/>
              </a:cxn>
              <a:cxn ang="0">
                <a:pos x="242" y="509"/>
              </a:cxn>
              <a:cxn ang="0">
                <a:pos x="234" y="509"/>
              </a:cxn>
              <a:cxn ang="0">
                <a:pos x="223" y="513"/>
              </a:cxn>
              <a:cxn ang="0">
                <a:pos x="219" y="532"/>
              </a:cxn>
              <a:cxn ang="0">
                <a:pos x="235" y="567"/>
              </a:cxn>
              <a:cxn ang="0">
                <a:pos x="249" y="576"/>
              </a:cxn>
              <a:cxn ang="0">
                <a:pos x="258" y="573"/>
              </a:cxn>
              <a:cxn ang="0">
                <a:pos x="264" y="553"/>
              </a:cxn>
              <a:cxn ang="0">
                <a:pos x="258" y="539"/>
              </a:cxn>
              <a:cxn ang="0">
                <a:pos x="296" y="492"/>
              </a:cxn>
              <a:cxn ang="0">
                <a:pos x="360" y="492"/>
              </a:cxn>
              <a:cxn ang="0">
                <a:pos x="376" y="476"/>
              </a:cxn>
              <a:cxn ang="0">
                <a:pos x="302" y="266"/>
              </a:cxn>
            </a:cxnLst>
            <a:rect l="0" t="0" r="r" b="b"/>
            <a:pathLst>
              <a:path w="376" h="579">
                <a:moveTo>
                  <a:pt x="302" y="266"/>
                </a:moveTo>
                <a:cubicBezTo>
                  <a:pt x="302" y="244"/>
                  <a:pt x="302" y="244"/>
                  <a:pt x="302" y="244"/>
                </a:cubicBezTo>
                <a:cubicBezTo>
                  <a:pt x="302" y="165"/>
                  <a:pt x="276" y="86"/>
                  <a:pt x="229" y="22"/>
                </a:cubicBezTo>
                <a:cubicBezTo>
                  <a:pt x="219" y="8"/>
                  <a:pt x="203" y="0"/>
                  <a:pt x="186" y="0"/>
                </a:cubicBezTo>
                <a:cubicBezTo>
                  <a:pt x="171" y="0"/>
                  <a:pt x="157" y="8"/>
                  <a:pt x="148" y="20"/>
                </a:cubicBezTo>
                <a:cubicBezTo>
                  <a:pt x="100" y="85"/>
                  <a:pt x="74" y="164"/>
                  <a:pt x="74" y="244"/>
                </a:cubicBezTo>
                <a:cubicBezTo>
                  <a:pt x="74" y="266"/>
                  <a:pt x="74" y="266"/>
                  <a:pt x="74" y="266"/>
                </a:cubicBezTo>
                <a:cubicBezTo>
                  <a:pt x="52" y="282"/>
                  <a:pt x="0" y="334"/>
                  <a:pt x="0" y="476"/>
                </a:cubicBezTo>
                <a:cubicBezTo>
                  <a:pt x="0" y="485"/>
                  <a:pt x="8" y="492"/>
                  <a:pt x="16" y="492"/>
                </a:cubicBezTo>
                <a:cubicBezTo>
                  <a:pt x="80" y="492"/>
                  <a:pt x="80" y="492"/>
                  <a:pt x="80" y="492"/>
                </a:cubicBezTo>
                <a:cubicBezTo>
                  <a:pt x="81" y="515"/>
                  <a:pt x="97" y="533"/>
                  <a:pt x="118" y="539"/>
                </a:cubicBezTo>
                <a:cubicBezTo>
                  <a:pt x="112" y="553"/>
                  <a:pt x="112" y="553"/>
                  <a:pt x="112" y="553"/>
                </a:cubicBezTo>
                <a:cubicBezTo>
                  <a:pt x="109" y="560"/>
                  <a:pt x="110" y="568"/>
                  <a:pt x="117" y="573"/>
                </a:cubicBezTo>
                <a:cubicBezTo>
                  <a:pt x="125" y="579"/>
                  <a:pt x="137" y="576"/>
                  <a:pt x="141" y="567"/>
                </a:cubicBezTo>
                <a:cubicBezTo>
                  <a:pt x="156" y="533"/>
                  <a:pt x="156" y="533"/>
                  <a:pt x="156" y="533"/>
                </a:cubicBezTo>
                <a:cubicBezTo>
                  <a:pt x="158" y="529"/>
                  <a:pt x="159" y="525"/>
                  <a:pt x="158" y="522"/>
                </a:cubicBezTo>
                <a:cubicBezTo>
                  <a:pt x="156" y="514"/>
                  <a:pt x="149" y="509"/>
                  <a:pt x="142" y="509"/>
                </a:cubicBezTo>
                <a:cubicBezTo>
                  <a:pt x="133" y="509"/>
                  <a:pt x="133" y="509"/>
                  <a:pt x="133" y="509"/>
                </a:cubicBezTo>
                <a:cubicBezTo>
                  <a:pt x="121" y="509"/>
                  <a:pt x="112" y="500"/>
                  <a:pt x="111" y="489"/>
                </a:cubicBezTo>
                <a:cubicBezTo>
                  <a:pt x="111" y="475"/>
                  <a:pt x="111" y="475"/>
                  <a:pt x="111" y="475"/>
                </a:cubicBezTo>
                <a:cubicBezTo>
                  <a:pt x="111" y="467"/>
                  <a:pt x="104" y="460"/>
                  <a:pt x="95" y="460"/>
                </a:cubicBezTo>
                <a:cubicBezTo>
                  <a:pt x="50" y="460"/>
                  <a:pt x="50" y="460"/>
                  <a:pt x="50" y="460"/>
                </a:cubicBezTo>
                <a:cubicBezTo>
                  <a:pt x="41" y="460"/>
                  <a:pt x="33" y="451"/>
                  <a:pt x="34" y="442"/>
                </a:cubicBezTo>
                <a:cubicBezTo>
                  <a:pt x="38" y="382"/>
                  <a:pt x="53" y="345"/>
                  <a:pt x="65" y="324"/>
                </a:cubicBezTo>
                <a:cubicBezTo>
                  <a:pt x="65" y="324"/>
                  <a:pt x="65" y="324"/>
                  <a:pt x="65" y="324"/>
                </a:cubicBezTo>
                <a:cubicBezTo>
                  <a:pt x="68" y="320"/>
                  <a:pt x="74" y="321"/>
                  <a:pt x="74" y="326"/>
                </a:cubicBezTo>
                <a:cubicBezTo>
                  <a:pt x="74" y="356"/>
                  <a:pt x="74" y="356"/>
                  <a:pt x="74" y="356"/>
                </a:cubicBezTo>
                <a:cubicBezTo>
                  <a:pt x="74" y="365"/>
                  <a:pt x="80" y="372"/>
                  <a:pt x="89" y="373"/>
                </a:cubicBezTo>
                <a:cubicBezTo>
                  <a:pt x="98" y="374"/>
                  <a:pt x="106" y="366"/>
                  <a:pt x="106" y="357"/>
                </a:cubicBezTo>
                <a:cubicBezTo>
                  <a:pt x="106" y="266"/>
                  <a:pt x="106" y="266"/>
                  <a:pt x="106" y="266"/>
                </a:cubicBezTo>
                <a:cubicBezTo>
                  <a:pt x="106" y="266"/>
                  <a:pt x="106" y="266"/>
                  <a:pt x="106" y="266"/>
                </a:cubicBezTo>
                <a:cubicBezTo>
                  <a:pt x="106" y="244"/>
                  <a:pt x="106" y="244"/>
                  <a:pt x="106" y="244"/>
                </a:cubicBezTo>
                <a:cubicBezTo>
                  <a:pt x="106" y="171"/>
                  <a:pt x="130" y="99"/>
                  <a:pt x="173" y="40"/>
                </a:cubicBezTo>
                <a:cubicBezTo>
                  <a:pt x="177" y="35"/>
                  <a:pt x="181" y="32"/>
                  <a:pt x="186" y="32"/>
                </a:cubicBezTo>
                <a:cubicBezTo>
                  <a:pt x="193" y="32"/>
                  <a:pt x="198" y="34"/>
                  <a:pt x="202" y="39"/>
                </a:cubicBezTo>
                <a:cubicBezTo>
                  <a:pt x="246" y="98"/>
                  <a:pt x="270" y="171"/>
                  <a:pt x="270" y="244"/>
                </a:cubicBezTo>
                <a:cubicBezTo>
                  <a:pt x="270" y="271"/>
                  <a:pt x="270" y="271"/>
                  <a:pt x="270" y="271"/>
                </a:cubicBezTo>
                <a:cubicBezTo>
                  <a:pt x="270" y="356"/>
                  <a:pt x="270" y="356"/>
                  <a:pt x="270" y="356"/>
                </a:cubicBezTo>
                <a:cubicBezTo>
                  <a:pt x="270" y="365"/>
                  <a:pt x="276" y="372"/>
                  <a:pt x="284" y="373"/>
                </a:cubicBezTo>
                <a:cubicBezTo>
                  <a:pt x="294" y="374"/>
                  <a:pt x="302" y="366"/>
                  <a:pt x="302" y="357"/>
                </a:cubicBezTo>
                <a:cubicBezTo>
                  <a:pt x="302" y="326"/>
                  <a:pt x="302" y="326"/>
                  <a:pt x="302" y="326"/>
                </a:cubicBezTo>
                <a:cubicBezTo>
                  <a:pt x="302" y="321"/>
                  <a:pt x="308" y="320"/>
                  <a:pt x="311" y="324"/>
                </a:cubicBezTo>
                <a:cubicBezTo>
                  <a:pt x="311" y="324"/>
                  <a:pt x="311" y="324"/>
                  <a:pt x="311" y="324"/>
                </a:cubicBezTo>
                <a:cubicBezTo>
                  <a:pt x="323" y="345"/>
                  <a:pt x="338" y="382"/>
                  <a:pt x="342" y="442"/>
                </a:cubicBezTo>
                <a:cubicBezTo>
                  <a:pt x="343" y="451"/>
                  <a:pt x="335" y="460"/>
                  <a:pt x="326" y="460"/>
                </a:cubicBezTo>
                <a:cubicBezTo>
                  <a:pt x="281" y="460"/>
                  <a:pt x="281" y="460"/>
                  <a:pt x="281" y="460"/>
                </a:cubicBezTo>
                <a:cubicBezTo>
                  <a:pt x="272" y="460"/>
                  <a:pt x="265" y="466"/>
                  <a:pt x="265" y="475"/>
                </a:cubicBezTo>
                <a:cubicBezTo>
                  <a:pt x="264" y="488"/>
                  <a:pt x="264" y="488"/>
                  <a:pt x="264" y="488"/>
                </a:cubicBezTo>
                <a:cubicBezTo>
                  <a:pt x="264" y="500"/>
                  <a:pt x="254" y="509"/>
                  <a:pt x="242" y="509"/>
                </a:cubicBezTo>
                <a:cubicBezTo>
                  <a:pt x="234" y="509"/>
                  <a:pt x="234" y="509"/>
                  <a:pt x="234" y="509"/>
                </a:cubicBezTo>
                <a:cubicBezTo>
                  <a:pt x="230" y="509"/>
                  <a:pt x="226" y="511"/>
                  <a:pt x="223" y="513"/>
                </a:cubicBezTo>
                <a:cubicBezTo>
                  <a:pt x="218" y="518"/>
                  <a:pt x="216" y="526"/>
                  <a:pt x="219" y="532"/>
                </a:cubicBezTo>
                <a:cubicBezTo>
                  <a:pt x="235" y="567"/>
                  <a:pt x="235" y="567"/>
                  <a:pt x="235" y="567"/>
                </a:cubicBezTo>
                <a:cubicBezTo>
                  <a:pt x="238" y="573"/>
                  <a:pt x="243" y="576"/>
                  <a:pt x="249" y="576"/>
                </a:cubicBezTo>
                <a:cubicBezTo>
                  <a:pt x="253" y="576"/>
                  <a:pt x="256" y="575"/>
                  <a:pt x="258" y="573"/>
                </a:cubicBezTo>
                <a:cubicBezTo>
                  <a:pt x="265" y="569"/>
                  <a:pt x="267" y="560"/>
                  <a:pt x="264" y="553"/>
                </a:cubicBezTo>
                <a:cubicBezTo>
                  <a:pt x="258" y="539"/>
                  <a:pt x="258" y="539"/>
                  <a:pt x="258" y="539"/>
                </a:cubicBezTo>
                <a:cubicBezTo>
                  <a:pt x="279" y="533"/>
                  <a:pt x="295" y="515"/>
                  <a:pt x="296" y="492"/>
                </a:cubicBezTo>
                <a:cubicBezTo>
                  <a:pt x="360" y="492"/>
                  <a:pt x="360" y="492"/>
                  <a:pt x="360" y="492"/>
                </a:cubicBezTo>
                <a:cubicBezTo>
                  <a:pt x="368" y="492"/>
                  <a:pt x="376" y="485"/>
                  <a:pt x="376" y="476"/>
                </a:cubicBezTo>
                <a:cubicBezTo>
                  <a:pt x="376" y="334"/>
                  <a:pt x="323" y="282"/>
                  <a:pt x="302" y="266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38" name="Freeform 769"/>
          <p:cNvSpPr>
            <a:spLocks noEditPoints="1"/>
          </p:cNvSpPr>
          <p:nvPr/>
        </p:nvSpPr>
        <p:spPr bwMode="auto">
          <a:xfrm>
            <a:off x="5945188" y="2658933"/>
            <a:ext cx="319088" cy="352425"/>
          </a:xfrm>
          <a:custGeom>
            <a:avLst/>
            <a:gdLst/>
            <a:ahLst/>
            <a:cxnLst>
              <a:cxn ang="0">
                <a:pos x="46" y="40"/>
              </a:cxn>
              <a:cxn ang="0">
                <a:pos x="46" y="35"/>
              </a:cxn>
              <a:cxn ang="0">
                <a:pos x="46" y="34"/>
              </a:cxn>
              <a:cxn ang="0">
                <a:pos x="46" y="34"/>
              </a:cxn>
              <a:cxn ang="0">
                <a:pos x="46" y="34"/>
              </a:cxn>
              <a:cxn ang="0">
                <a:pos x="29" y="24"/>
              </a:cxn>
              <a:cxn ang="0">
                <a:pos x="35" y="13"/>
              </a:cxn>
              <a:cxn ang="0">
                <a:pos x="23" y="0"/>
              </a:cxn>
              <a:cxn ang="0">
                <a:pos x="10" y="13"/>
              </a:cxn>
              <a:cxn ang="0">
                <a:pos x="16" y="23"/>
              </a:cxn>
              <a:cxn ang="0">
                <a:pos x="0" y="35"/>
              </a:cxn>
              <a:cxn ang="0">
                <a:pos x="0" y="41"/>
              </a:cxn>
              <a:cxn ang="0">
                <a:pos x="9" y="48"/>
              </a:cxn>
              <a:cxn ang="0">
                <a:pos x="9" y="42"/>
              </a:cxn>
              <a:cxn ang="0">
                <a:pos x="11" y="42"/>
              </a:cxn>
              <a:cxn ang="0">
                <a:pos x="11" y="49"/>
              </a:cxn>
              <a:cxn ang="0">
                <a:pos x="22" y="51"/>
              </a:cxn>
              <a:cxn ang="0">
                <a:pos x="35" y="48"/>
              </a:cxn>
              <a:cxn ang="0">
                <a:pos x="35" y="42"/>
              </a:cxn>
              <a:cxn ang="0">
                <a:pos x="37" y="42"/>
              </a:cxn>
              <a:cxn ang="0">
                <a:pos x="37" y="47"/>
              </a:cxn>
              <a:cxn ang="0">
                <a:pos x="46" y="40"/>
              </a:cxn>
              <a:cxn ang="0">
                <a:pos x="18" y="17"/>
              </a:cxn>
              <a:cxn ang="0">
                <a:pos x="14" y="13"/>
              </a:cxn>
              <a:cxn ang="0">
                <a:pos x="14" y="11"/>
              </a:cxn>
              <a:cxn ang="0">
                <a:pos x="18" y="8"/>
              </a:cxn>
              <a:cxn ang="0">
                <a:pos x="28" y="8"/>
              </a:cxn>
              <a:cxn ang="0">
                <a:pos x="32" y="11"/>
              </a:cxn>
              <a:cxn ang="0">
                <a:pos x="32" y="13"/>
              </a:cxn>
              <a:cxn ang="0">
                <a:pos x="28" y="17"/>
              </a:cxn>
              <a:cxn ang="0">
                <a:pos x="18" y="17"/>
              </a:cxn>
            </a:cxnLst>
            <a:rect l="0" t="0" r="r" b="b"/>
            <a:pathLst>
              <a:path w="46" h="51">
                <a:moveTo>
                  <a:pt x="46" y="40"/>
                </a:moveTo>
                <a:cubicBezTo>
                  <a:pt x="46" y="35"/>
                  <a:pt x="46" y="35"/>
                  <a:pt x="46" y="35"/>
                </a:cubicBezTo>
                <a:cubicBezTo>
                  <a:pt x="46" y="34"/>
                  <a:pt x="46" y="34"/>
                  <a:pt x="46" y="34"/>
                </a:cubicBezTo>
                <a:cubicBezTo>
                  <a:pt x="46" y="34"/>
                  <a:pt x="46" y="34"/>
                  <a:pt x="46" y="34"/>
                </a:cubicBezTo>
                <a:cubicBezTo>
                  <a:pt x="46" y="34"/>
                  <a:pt x="46" y="34"/>
                  <a:pt x="46" y="34"/>
                </a:cubicBezTo>
                <a:cubicBezTo>
                  <a:pt x="45" y="26"/>
                  <a:pt x="35" y="24"/>
                  <a:pt x="29" y="24"/>
                </a:cubicBezTo>
                <a:cubicBezTo>
                  <a:pt x="33" y="22"/>
                  <a:pt x="35" y="17"/>
                  <a:pt x="35" y="13"/>
                </a:cubicBezTo>
                <a:cubicBezTo>
                  <a:pt x="35" y="6"/>
                  <a:pt x="30" y="0"/>
                  <a:pt x="23" y="0"/>
                </a:cubicBezTo>
                <a:cubicBezTo>
                  <a:pt x="16" y="0"/>
                  <a:pt x="10" y="6"/>
                  <a:pt x="10" y="13"/>
                </a:cubicBezTo>
                <a:cubicBezTo>
                  <a:pt x="10" y="17"/>
                  <a:pt x="13" y="21"/>
                  <a:pt x="16" y="23"/>
                </a:cubicBezTo>
                <a:cubicBezTo>
                  <a:pt x="11" y="24"/>
                  <a:pt x="0" y="26"/>
                  <a:pt x="0" y="35"/>
                </a:cubicBezTo>
                <a:cubicBezTo>
                  <a:pt x="0" y="41"/>
                  <a:pt x="0" y="41"/>
                  <a:pt x="0" y="41"/>
                </a:cubicBezTo>
                <a:cubicBezTo>
                  <a:pt x="3" y="44"/>
                  <a:pt x="6" y="46"/>
                  <a:pt x="9" y="48"/>
                </a:cubicBezTo>
                <a:cubicBezTo>
                  <a:pt x="9" y="42"/>
                  <a:pt x="9" y="42"/>
                  <a:pt x="9" y="42"/>
                </a:cubicBezTo>
                <a:cubicBezTo>
                  <a:pt x="11" y="42"/>
                  <a:pt x="11" y="42"/>
                  <a:pt x="11" y="42"/>
                </a:cubicBezTo>
                <a:cubicBezTo>
                  <a:pt x="11" y="49"/>
                  <a:pt x="11" y="49"/>
                  <a:pt x="11" y="49"/>
                </a:cubicBezTo>
                <a:cubicBezTo>
                  <a:pt x="15" y="50"/>
                  <a:pt x="18" y="51"/>
                  <a:pt x="22" y="51"/>
                </a:cubicBezTo>
                <a:cubicBezTo>
                  <a:pt x="27" y="51"/>
                  <a:pt x="31" y="50"/>
                  <a:pt x="35" y="48"/>
                </a:cubicBezTo>
                <a:cubicBezTo>
                  <a:pt x="35" y="42"/>
                  <a:pt x="35" y="42"/>
                  <a:pt x="35" y="42"/>
                </a:cubicBezTo>
                <a:cubicBezTo>
                  <a:pt x="37" y="42"/>
                  <a:pt x="37" y="42"/>
                  <a:pt x="37" y="42"/>
                </a:cubicBezTo>
                <a:cubicBezTo>
                  <a:pt x="37" y="47"/>
                  <a:pt x="37" y="47"/>
                  <a:pt x="37" y="47"/>
                </a:cubicBezTo>
                <a:cubicBezTo>
                  <a:pt x="40" y="45"/>
                  <a:pt x="43" y="43"/>
                  <a:pt x="46" y="40"/>
                </a:cubicBezTo>
                <a:close/>
                <a:moveTo>
                  <a:pt x="18" y="17"/>
                </a:moveTo>
                <a:cubicBezTo>
                  <a:pt x="16" y="17"/>
                  <a:pt x="14" y="16"/>
                  <a:pt x="14" y="13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9"/>
                  <a:pt x="16" y="8"/>
                  <a:pt x="18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30" y="8"/>
                  <a:pt x="32" y="9"/>
                  <a:pt x="32" y="11"/>
                </a:cubicBezTo>
                <a:cubicBezTo>
                  <a:pt x="32" y="13"/>
                  <a:pt x="32" y="13"/>
                  <a:pt x="32" y="13"/>
                </a:cubicBezTo>
                <a:cubicBezTo>
                  <a:pt x="32" y="16"/>
                  <a:pt x="30" y="17"/>
                  <a:pt x="28" y="17"/>
                </a:cubicBezTo>
                <a:lnTo>
                  <a:pt x="18" y="1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39" name="Oval 770"/>
          <p:cNvSpPr>
            <a:spLocks noChangeArrowheads="1"/>
          </p:cNvSpPr>
          <p:nvPr/>
        </p:nvSpPr>
        <p:spPr bwMode="auto">
          <a:xfrm>
            <a:off x="5835651" y="3273296"/>
            <a:ext cx="531813" cy="531812"/>
          </a:xfrm>
          <a:prstGeom prst="ellipse">
            <a:avLst/>
          </a:prstGeom>
          <a:solidFill>
            <a:srgbClr val="383839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0" name="Freeform 771"/>
          <p:cNvSpPr>
            <a:spLocks noEditPoints="1"/>
          </p:cNvSpPr>
          <p:nvPr/>
        </p:nvSpPr>
        <p:spPr bwMode="auto">
          <a:xfrm>
            <a:off x="5945188" y="3405058"/>
            <a:ext cx="319088" cy="352425"/>
          </a:xfrm>
          <a:custGeom>
            <a:avLst/>
            <a:gdLst/>
            <a:ahLst/>
            <a:cxnLst>
              <a:cxn ang="0">
                <a:pos x="46" y="40"/>
              </a:cxn>
              <a:cxn ang="0">
                <a:pos x="46" y="35"/>
              </a:cxn>
              <a:cxn ang="0">
                <a:pos x="46" y="34"/>
              </a:cxn>
              <a:cxn ang="0">
                <a:pos x="46" y="34"/>
              </a:cxn>
              <a:cxn ang="0">
                <a:pos x="46" y="34"/>
              </a:cxn>
              <a:cxn ang="0">
                <a:pos x="29" y="24"/>
              </a:cxn>
              <a:cxn ang="0">
                <a:pos x="35" y="13"/>
              </a:cxn>
              <a:cxn ang="0">
                <a:pos x="23" y="0"/>
              </a:cxn>
              <a:cxn ang="0">
                <a:pos x="10" y="13"/>
              </a:cxn>
              <a:cxn ang="0">
                <a:pos x="16" y="23"/>
              </a:cxn>
              <a:cxn ang="0">
                <a:pos x="0" y="35"/>
              </a:cxn>
              <a:cxn ang="0">
                <a:pos x="0" y="41"/>
              </a:cxn>
              <a:cxn ang="0">
                <a:pos x="9" y="48"/>
              </a:cxn>
              <a:cxn ang="0">
                <a:pos x="9" y="42"/>
              </a:cxn>
              <a:cxn ang="0">
                <a:pos x="11" y="42"/>
              </a:cxn>
              <a:cxn ang="0">
                <a:pos x="11" y="49"/>
              </a:cxn>
              <a:cxn ang="0">
                <a:pos x="22" y="51"/>
              </a:cxn>
              <a:cxn ang="0">
                <a:pos x="35" y="48"/>
              </a:cxn>
              <a:cxn ang="0">
                <a:pos x="35" y="42"/>
              </a:cxn>
              <a:cxn ang="0">
                <a:pos x="37" y="42"/>
              </a:cxn>
              <a:cxn ang="0">
                <a:pos x="37" y="47"/>
              </a:cxn>
              <a:cxn ang="0">
                <a:pos x="46" y="40"/>
              </a:cxn>
              <a:cxn ang="0">
                <a:pos x="18" y="17"/>
              </a:cxn>
              <a:cxn ang="0">
                <a:pos x="14" y="13"/>
              </a:cxn>
              <a:cxn ang="0">
                <a:pos x="14" y="11"/>
              </a:cxn>
              <a:cxn ang="0">
                <a:pos x="18" y="8"/>
              </a:cxn>
              <a:cxn ang="0">
                <a:pos x="28" y="8"/>
              </a:cxn>
              <a:cxn ang="0">
                <a:pos x="32" y="11"/>
              </a:cxn>
              <a:cxn ang="0">
                <a:pos x="32" y="13"/>
              </a:cxn>
              <a:cxn ang="0">
                <a:pos x="28" y="17"/>
              </a:cxn>
              <a:cxn ang="0">
                <a:pos x="18" y="17"/>
              </a:cxn>
            </a:cxnLst>
            <a:rect l="0" t="0" r="r" b="b"/>
            <a:pathLst>
              <a:path w="46" h="51">
                <a:moveTo>
                  <a:pt x="46" y="40"/>
                </a:moveTo>
                <a:cubicBezTo>
                  <a:pt x="46" y="35"/>
                  <a:pt x="46" y="35"/>
                  <a:pt x="46" y="35"/>
                </a:cubicBezTo>
                <a:cubicBezTo>
                  <a:pt x="46" y="34"/>
                  <a:pt x="46" y="34"/>
                  <a:pt x="46" y="34"/>
                </a:cubicBezTo>
                <a:cubicBezTo>
                  <a:pt x="46" y="34"/>
                  <a:pt x="46" y="34"/>
                  <a:pt x="46" y="34"/>
                </a:cubicBezTo>
                <a:cubicBezTo>
                  <a:pt x="46" y="34"/>
                  <a:pt x="46" y="34"/>
                  <a:pt x="46" y="34"/>
                </a:cubicBezTo>
                <a:cubicBezTo>
                  <a:pt x="45" y="26"/>
                  <a:pt x="35" y="24"/>
                  <a:pt x="29" y="24"/>
                </a:cubicBezTo>
                <a:cubicBezTo>
                  <a:pt x="33" y="22"/>
                  <a:pt x="35" y="17"/>
                  <a:pt x="35" y="13"/>
                </a:cubicBezTo>
                <a:cubicBezTo>
                  <a:pt x="35" y="6"/>
                  <a:pt x="30" y="0"/>
                  <a:pt x="23" y="0"/>
                </a:cubicBezTo>
                <a:cubicBezTo>
                  <a:pt x="16" y="0"/>
                  <a:pt x="10" y="6"/>
                  <a:pt x="10" y="13"/>
                </a:cubicBezTo>
                <a:cubicBezTo>
                  <a:pt x="10" y="17"/>
                  <a:pt x="13" y="21"/>
                  <a:pt x="16" y="23"/>
                </a:cubicBezTo>
                <a:cubicBezTo>
                  <a:pt x="11" y="24"/>
                  <a:pt x="0" y="26"/>
                  <a:pt x="0" y="35"/>
                </a:cubicBezTo>
                <a:cubicBezTo>
                  <a:pt x="0" y="41"/>
                  <a:pt x="0" y="41"/>
                  <a:pt x="0" y="41"/>
                </a:cubicBezTo>
                <a:cubicBezTo>
                  <a:pt x="3" y="44"/>
                  <a:pt x="6" y="46"/>
                  <a:pt x="9" y="48"/>
                </a:cubicBezTo>
                <a:cubicBezTo>
                  <a:pt x="9" y="42"/>
                  <a:pt x="9" y="42"/>
                  <a:pt x="9" y="42"/>
                </a:cubicBezTo>
                <a:cubicBezTo>
                  <a:pt x="11" y="42"/>
                  <a:pt x="11" y="42"/>
                  <a:pt x="11" y="42"/>
                </a:cubicBezTo>
                <a:cubicBezTo>
                  <a:pt x="11" y="49"/>
                  <a:pt x="11" y="49"/>
                  <a:pt x="11" y="49"/>
                </a:cubicBezTo>
                <a:cubicBezTo>
                  <a:pt x="15" y="50"/>
                  <a:pt x="18" y="51"/>
                  <a:pt x="22" y="51"/>
                </a:cubicBezTo>
                <a:cubicBezTo>
                  <a:pt x="27" y="51"/>
                  <a:pt x="31" y="50"/>
                  <a:pt x="35" y="48"/>
                </a:cubicBezTo>
                <a:cubicBezTo>
                  <a:pt x="35" y="42"/>
                  <a:pt x="35" y="42"/>
                  <a:pt x="35" y="42"/>
                </a:cubicBezTo>
                <a:cubicBezTo>
                  <a:pt x="37" y="42"/>
                  <a:pt x="37" y="42"/>
                  <a:pt x="37" y="42"/>
                </a:cubicBezTo>
                <a:cubicBezTo>
                  <a:pt x="37" y="47"/>
                  <a:pt x="37" y="47"/>
                  <a:pt x="37" y="47"/>
                </a:cubicBezTo>
                <a:cubicBezTo>
                  <a:pt x="40" y="45"/>
                  <a:pt x="43" y="43"/>
                  <a:pt x="46" y="40"/>
                </a:cubicBezTo>
                <a:close/>
                <a:moveTo>
                  <a:pt x="18" y="17"/>
                </a:moveTo>
                <a:cubicBezTo>
                  <a:pt x="16" y="17"/>
                  <a:pt x="14" y="16"/>
                  <a:pt x="14" y="13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9"/>
                  <a:pt x="16" y="8"/>
                  <a:pt x="18" y="8"/>
                </a:cubicBezTo>
                <a:cubicBezTo>
                  <a:pt x="28" y="8"/>
                  <a:pt x="28" y="8"/>
                  <a:pt x="28" y="8"/>
                </a:cubicBezTo>
                <a:cubicBezTo>
                  <a:pt x="30" y="8"/>
                  <a:pt x="32" y="9"/>
                  <a:pt x="32" y="11"/>
                </a:cubicBezTo>
                <a:cubicBezTo>
                  <a:pt x="32" y="13"/>
                  <a:pt x="32" y="13"/>
                  <a:pt x="32" y="13"/>
                </a:cubicBezTo>
                <a:cubicBezTo>
                  <a:pt x="32" y="16"/>
                  <a:pt x="30" y="17"/>
                  <a:pt x="28" y="17"/>
                </a:cubicBezTo>
                <a:lnTo>
                  <a:pt x="18" y="1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1" name="Freeform 772"/>
          <p:cNvSpPr>
            <a:spLocks noEditPoints="1"/>
          </p:cNvSpPr>
          <p:nvPr/>
        </p:nvSpPr>
        <p:spPr bwMode="auto">
          <a:xfrm>
            <a:off x="6878638" y="3909883"/>
            <a:ext cx="1588" cy="220662"/>
          </a:xfrm>
          <a:custGeom>
            <a:avLst/>
            <a:gdLst/>
            <a:ahLst/>
            <a:cxnLst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32"/>
              </a:cxn>
              <a:cxn ang="0">
                <a:pos x="0" y="0"/>
              </a:cxn>
              <a:cxn ang="0">
                <a:pos x="0" y="0"/>
              </a:cxn>
              <a:cxn ang="0">
                <a:pos x="0" y="1"/>
              </a:cxn>
              <a:cxn ang="0">
                <a:pos x="0" y="0"/>
              </a:cxn>
            </a:cxnLst>
            <a:rect l="0" t="0" r="r" b="b"/>
            <a:pathLst>
              <a:path h="32">
                <a:moveTo>
                  <a:pt x="0" y="32"/>
                </a:move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moveTo>
                  <a:pt x="0" y="32"/>
                </a:move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moveTo>
                  <a:pt x="0" y="32"/>
                </a:move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moveTo>
                  <a:pt x="0" y="32"/>
                </a:move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moveTo>
                  <a:pt x="0" y="32"/>
                </a:moveTo>
                <a:cubicBezTo>
                  <a:pt x="0" y="32"/>
                  <a:pt x="0" y="32"/>
                  <a:pt x="0" y="32"/>
                </a:cubicBezTo>
                <a:cubicBezTo>
                  <a:pt x="0" y="32"/>
                  <a:pt x="0" y="32"/>
                  <a:pt x="0" y="32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ubicBezTo>
                  <a:pt x="0" y="1"/>
                  <a:pt x="0" y="0"/>
                  <a:pt x="0" y="0"/>
                </a:cubicBezTo>
              </a:path>
            </a:pathLst>
          </a:custGeom>
          <a:solidFill>
            <a:srgbClr val="70727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2" name="Freeform 773"/>
          <p:cNvSpPr/>
          <p:nvPr/>
        </p:nvSpPr>
        <p:spPr bwMode="auto">
          <a:xfrm>
            <a:off x="6843713" y="3909883"/>
            <a:ext cx="34925" cy="303212"/>
          </a:xfrm>
          <a:custGeom>
            <a:avLst/>
            <a:gdLst/>
            <a:ahLst/>
            <a:cxnLst>
              <a:cxn ang="0">
                <a:pos x="5" y="0"/>
              </a:cxn>
              <a:cxn ang="0">
                <a:pos x="2" y="4"/>
              </a:cxn>
              <a:cxn ang="0">
                <a:pos x="2" y="35"/>
              </a:cxn>
              <a:cxn ang="0">
                <a:pos x="0" y="44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32"/>
              </a:cxn>
              <a:cxn ang="0">
                <a:pos x="5" y="1"/>
              </a:cxn>
              <a:cxn ang="0">
                <a:pos x="5" y="1"/>
              </a:cxn>
              <a:cxn ang="0">
                <a:pos x="5" y="1"/>
              </a:cxn>
              <a:cxn ang="0">
                <a:pos x="5" y="0"/>
              </a:cxn>
            </a:cxnLst>
            <a:rect l="0" t="0" r="r" b="b"/>
            <a:pathLst>
              <a:path w="5" h="44">
                <a:moveTo>
                  <a:pt x="5" y="0"/>
                </a:moveTo>
                <a:cubicBezTo>
                  <a:pt x="3" y="1"/>
                  <a:pt x="2" y="2"/>
                  <a:pt x="2" y="4"/>
                </a:cubicBezTo>
                <a:cubicBezTo>
                  <a:pt x="2" y="35"/>
                  <a:pt x="2" y="35"/>
                  <a:pt x="2" y="35"/>
                </a:cubicBezTo>
                <a:cubicBezTo>
                  <a:pt x="2" y="38"/>
                  <a:pt x="1" y="41"/>
                  <a:pt x="0" y="44"/>
                </a:cubicBezTo>
                <a:cubicBezTo>
                  <a:pt x="3" y="41"/>
                  <a:pt x="5" y="37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32"/>
                  <a:pt x="5" y="32"/>
                  <a:pt x="5" y="32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1"/>
                  <a:pt x="5" y="1"/>
                </a:cubicBezTo>
                <a:cubicBezTo>
                  <a:pt x="5" y="1"/>
                  <a:pt x="5" y="0"/>
                  <a:pt x="5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3" name="Freeform 774"/>
          <p:cNvSpPr>
            <a:spLocks noEditPoints="1"/>
          </p:cNvSpPr>
          <p:nvPr/>
        </p:nvSpPr>
        <p:spPr bwMode="auto">
          <a:xfrm>
            <a:off x="5524501" y="1939796"/>
            <a:ext cx="461963" cy="2190750"/>
          </a:xfrm>
          <a:custGeom>
            <a:avLst/>
            <a:gdLst/>
            <a:ahLst/>
            <a:cxnLst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317"/>
              </a:cxn>
              <a:cxn ang="0">
                <a:pos x="0" y="204"/>
              </a:cxn>
              <a:cxn ang="0">
                <a:pos x="0" y="204"/>
              </a:cxn>
              <a:cxn ang="0">
                <a:pos x="0" y="204"/>
              </a:cxn>
              <a:cxn ang="0">
                <a:pos x="0" y="204"/>
              </a:cxn>
              <a:cxn ang="0">
                <a:pos x="0" y="204"/>
              </a:cxn>
              <a:cxn ang="0">
                <a:pos x="0" y="204"/>
              </a:cxn>
              <a:cxn ang="0">
                <a:pos x="0" y="203"/>
              </a:cxn>
              <a:cxn ang="0">
                <a:pos x="0" y="203"/>
              </a:cxn>
              <a:cxn ang="0">
                <a:pos x="0" y="203"/>
              </a:cxn>
              <a:cxn ang="0">
                <a:pos x="0" y="203"/>
              </a:cxn>
              <a:cxn ang="0">
                <a:pos x="0" y="203"/>
              </a:cxn>
              <a:cxn ang="0">
                <a:pos x="0" y="203"/>
              </a:cxn>
              <a:cxn ang="0">
                <a:pos x="0" y="202"/>
              </a:cxn>
              <a:cxn ang="0">
                <a:pos x="0" y="203"/>
              </a:cxn>
              <a:cxn ang="0">
                <a:pos x="0" y="202"/>
              </a:cxn>
              <a:cxn ang="0">
                <a:pos x="67" y="0"/>
              </a:cxn>
              <a:cxn ang="0">
                <a:pos x="67" y="0"/>
              </a:cxn>
              <a:cxn ang="0">
                <a:pos x="0" y="202"/>
              </a:cxn>
              <a:cxn ang="0">
                <a:pos x="67" y="0"/>
              </a:cxn>
            </a:cxnLst>
            <a:rect l="0" t="0" r="r" b="b"/>
            <a:pathLst>
              <a:path w="67" h="317">
                <a:moveTo>
                  <a:pt x="0" y="317"/>
                </a:moveTo>
                <a:cubicBezTo>
                  <a:pt x="0" y="317"/>
                  <a:pt x="0" y="317"/>
                  <a:pt x="0" y="317"/>
                </a:cubicBezTo>
                <a:cubicBezTo>
                  <a:pt x="0" y="317"/>
                  <a:pt x="0" y="317"/>
                  <a:pt x="0" y="317"/>
                </a:cubicBezTo>
                <a:moveTo>
                  <a:pt x="0" y="317"/>
                </a:moveTo>
                <a:cubicBezTo>
                  <a:pt x="0" y="317"/>
                  <a:pt x="0" y="317"/>
                  <a:pt x="0" y="317"/>
                </a:cubicBezTo>
                <a:cubicBezTo>
                  <a:pt x="0" y="317"/>
                  <a:pt x="0" y="317"/>
                  <a:pt x="0" y="317"/>
                </a:cubicBezTo>
                <a:moveTo>
                  <a:pt x="0" y="317"/>
                </a:moveTo>
                <a:cubicBezTo>
                  <a:pt x="0" y="317"/>
                  <a:pt x="0" y="317"/>
                  <a:pt x="0" y="317"/>
                </a:cubicBezTo>
                <a:cubicBezTo>
                  <a:pt x="0" y="317"/>
                  <a:pt x="0" y="317"/>
                  <a:pt x="0" y="317"/>
                </a:cubicBezTo>
                <a:moveTo>
                  <a:pt x="0" y="317"/>
                </a:moveTo>
                <a:cubicBezTo>
                  <a:pt x="0" y="317"/>
                  <a:pt x="0" y="317"/>
                  <a:pt x="0" y="317"/>
                </a:cubicBezTo>
                <a:cubicBezTo>
                  <a:pt x="0" y="317"/>
                  <a:pt x="0" y="317"/>
                  <a:pt x="0" y="317"/>
                </a:cubicBezTo>
                <a:moveTo>
                  <a:pt x="0" y="204"/>
                </a:moveTo>
                <a:cubicBezTo>
                  <a:pt x="0" y="204"/>
                  <a:pt x="0" y="204"/>
                  <a:pt x="0" y="204"/>
                </a:cubicBezTo>
                <a:cubicBezTo>
                  <a:pt x="0" y="204"/>
                  <a:pt x="0" y="204"/>
                  <a:pt x="0" y="204"/>
                </a:cubicBezTo>
                <a:moveTo>
                  <a:pt x="0" y="204"/>
                </a:moveTo>
                <a:cubicBezTo>
                  <a:pt x="0" y="204"/>
                  <a:pt x="0" y="204"/>
                  <a:pt x="0" y="204"/>
                </a:cubicBezTo>
                <a:cubicBezTo>
                  <a:pt x="0" y="204"/>
                  <a:pt x="0" y="204"/>
                  <a:pt x="0" y="204"/>
                </a:cubicBezTo>
                <a:moveTo>
                  <a:pt x="0" y="203"/>
                </a:moveTo>
                <a:cubicBezTo>
                  <a:pt x="0" y="203"/>
                  <a:pt x="0" y="203"/>
                  <a:pt x="0" y="203"/>
                </a:cubicBezTo>
                <a:cubicBezTo>
                  <a:pt x="0" y="203"/>
                  <a:pt x="0" y="203"/>
                  <a:pt x="0" y="203"/>
                </a:cubicBezTo>
                <a:moveTo>
                  <a:pt x="0" y="203"/>
                </a:moveTo>
                <a:cubicBezTo>
                  <a:pt x="0" y="203"/>
                  <a:pt x="0" y="203"/>
                  <a:pt x="0" y="203"/>
                </a:cubicBezTo>
                <a:cubicBezTo>
                  <a:pt x="0" y="203"/>
                  <a:pt x="0" y="203"/>
                  <a:pt x="0" y="203"/>
                </a:cubicBezTo>
                <a:moveTo>
                  <a:pt x="0" y="202"/>
                </a:moveTo>
                <a:cubicBezTo>
                  <a:pt x="0" y="202"/>
                  <a:pt x="0" y="203"/>
                  <a:pt x="0" y="203"/>
                </a:cubicBezTo>
                <a:cubicBezTo>
                  <a:pt x="0" y="203"/>
                  <a:pt x="0" y="202"/>
                  <a:pt x="0" y="202"/>
                </a:cubicBezTo>
                <a:moveTo>
                  <a:pt x="67" y="0"/>
                </a:moveTo>
                <a:cubicBezTo>
                  <a:pt x="67" y="0"/>
                  <a:pt x="67" y="0"/>
                  <a:pt x="67" y="0"/>
                </a:cubicBezTo>
                <a:cubicBezTo>
                  <a:pt x="24" y="59"/>
                  <a:pt x="0" y="130"/>
                  <a:pt x="0" y="202"/>
                </a:cubicBezTo>
                <a:cubicBezTo>
                  <a:pt x="0" y="130"/>
                  <a:pt x="24" y="59"/>
                  <a:pt x="67" y="0"/>
                </a:cubicBezTo>
              </a:path>
            </a:pathLst>
          </a:custGeom>
          <a:solidFill>
            <a:srgbClr val="70727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4" name="Freeform 775"/>
          <p:cNvSpPr/>
          <p:nvPr/>
        </p:nvSpPr>
        <p:spPr bwMode="auto">
          <a:xfrm>
            <a:off x="5489576" y="1939796"/>
            <a:ext cx="496888" cy="227330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70" y="2"/>
              </a:cxn>
              <a:cxn ang="0">
                <a:pos x="3" y="207"/>
              </a:cxn>
              <a:cxn ang="0">
                <a:pos x="3" y="229"/>
              </a:cxn>
              <a:cxn ang="0">
                <a:pos x="3" y="229"/>
              </a:cxn>
              <a:cxn ang="0">
                <a:pos x="3" y="320"/>
              </a:cxn>
              <a:cxn ang="0">
                <a:pos x="0" y="329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317"/>
              </a:cxn>
              <a:cxn ang="0">
                <a:pos x="5" y="226"/>
              </a:cxn>
              <a:cxn ang="0">
                <a:pos x="5" y="226"/>
              </a:cxn>
              <a:cxn ang="0">
                <a:pos x="5" y="204"/>
              </a:cxn>
              <a:cxn ang="0">
                <a:pos x="5" y="204"/>
              </a:cxn>
              <a:cxn ang="0">
                <a:pos x="5" y="204"/>
              </a:cxn>
              <a:cxn ang="0">
                <a:pos x="5" y="204"/>
              </a:cxn>
              <a:cxn ang="0">
                <a:pos x="5" y="204"/>
              </a:cxn>
              <a:cxn ang="0">
                <a:pos x="5" y="204"/>
              </a:cxn>
              <a:cxn ang="0">
                <a:pos x="5" y="203"/>
              </a:cxn>
              <a:cxn ang="0">
                <a:pos x="5" y="203"/>
              </a:cxn>
              <a:cxn ang="0">
                <a:pos x="5" y="203"/>
              </a:cxn>
              <a:cxn ang="0">
                <a:pos x="5" y="203"/>
              </a:cxn>
              <a:cxn ang="0">
                <a:pos x="5" y="203"/>
              </a:cxn>
              <a:cxn ang="0">
                <a:pos x="5" y="202"/>
              </a:cxn>
              <a:cxn ang="0">
                <a:pos x="5" y="202"/>
              </a:cxn>
              <a:cxn ang="0">
                <a:pos x="72" y="0"/>
              </a:cxn>
            </a:cxnLst>
            <a:rect l="0" t="0" r="r" b="b"/>
            <a:pathLst>
              <a:path w="72" h="329">
                <a:moveTo>
                  <a:pt x="72" y="0"/>
                </a:moveTo>
                <a:cubicBezTo>
                  <a:pt x="71" y="1"/>
                  <a:pt x="71" y="2"/>
                  <a:pt x="70" y="2"/>
                </a:cubicBezTo>
                <a:cubicBezTo>
                  <a:pt x="27" y="61"/>
                  <a:pt x="3" y="134"/>
                  <a:pt x="3" y="207"/>
                </a:cubicBezTo>
                <a:cubicBezTo>
                  <a:pt x="3" y="229"/>
                  <a:pt x="3" y="229"/>
                  <a:pt x="3" y="229"/>
                </a:cubicBezTo>
                <a:cubicBezTo>
                  <a:pt x="3" y="229"/>
                  <a:pt x="3" y="229"/>
                  <a:pt x="3" y="229"/>
                </a:cubicBezTo>
                <a:cubicBezTo>
                  <a:pt x="3" y="320"/>
                  <a:pt x="3" y="320"/>
                  <a:pt x="3" y="320"/>
                </a:cubicBezTo>
                <a:cubicBezTo>
                  <a:pt x="3" y="323"/>
                  <a:pt x="2" y="326"/>
                  <a:pt x="0" y="329"/>
                </a:cubicBezTo>
                <a:cubicBezTo>
                  <a:pt x="3" y="326"/>
                  <a:pt x="5" y="322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317"/>
                  <a:pt x="5" y="317"/>
                  <a:pt x="5" y="317"/>
                </a:cubicBezTo>
                <a:cubicBezTo>
                  <a:pt x="5" y="226"/>
                  <a:pt x="5" y="226"/>
                  <a:pt x="5" y="226"/>
                </a:cubicBezTo>
                <a:cubicBezTo>
                  <a:pt x="5" y="226"/>
                  <a:pt x="5" y="226"/>
                  <a:pt x="5" y="226"/>
                </a:cubicBezTo>
                <a:cubicBezTo>
                  <a:pt x="5" y="204"/>
                  <a:pt x="5" y="204"/>
                  <a:pt x="5" y="204"/>
                </a:cubicBezTo>
                <a:cubicBezTo>
                  <a:pt x="5" y="204"/>
                  <a:pt x="5" y="204"/>
                  <a:pt x="5" y="204"/>
                </a:cubicBezTo>
                <a:cubicBezTo>
                  <a:pt x="5" y="204"/>
                  <a:pt x="5" y="204"/>
                  <a:pt x="5" y="204"/>
                </a:cubicBezTo>
                <a:cubicBezTo>
                  <a:pt x="5" y="204"/>
                  <a:pt x="5" y="204"/>
                  <a:pt x="5" y="204"/>
                </a:cubicBezTo>
                <a:cubicBezTo>
                  <a:pt x="5" y="204"/>
                  <a:pt x="5" y="204"/>
                  <a:pt x="5" y="204"/>
                </a:cubicBezTo>
                <a:cubicBezTo>
                  <a:pt x="5" y="204"/>
                  <a:pt x="5" y="204"/>
                  <a:pt x="5" y="204"/>
                </a:cubicBezTo>
                <a:cubicBezTo>
                  <a:pt x="5" y="203"/>
                  <a:pt x="5" y="203"/>
                  <a:pt x="5" y="203"/>
                </a:cubicBezTo>
                <a:cubicBezTo>
                  <a:pt x="5" y="203"/>
                  <a:pt x="5" y="203"/>
                  <a:pt x="5" y="203"/>
                </a:cubicBezTo>
                <a:cubicBezTo>
                  <a:pt x="5" y="203"/>
                  <a:pt x="5" y="203"/>
                  <a:pt x="5" y="203"/>
                </a:cubicBezTo>
                <a:cubicBezTo>
                  <a:pt x="5" y="203"/>
                  <a:pt x="5" y="203"/>
                  <a:pt x="5" y="203"/>
                </a:cubicBezTo>
                <a:cubicBezTo>
                  <a:pt x="5" y="203"/>
                  <a:pt x="5" y="203"/>
                  <a:pt x="5" y="203"/>
                </a:cubicBezTo>
                <a:cubicBezTo>
                  <a:pt x="5" y="203"/>
                  <a:pt x="5" y="202"/>
                  <a:pt x="5" y="202"/>
                </a:cubicBezTo>
                <a:cubicBezTo>
                  <a:pt x="5" y="202"/>
                  <a:pt x="5" y="202"/>
                  <a:pt x="5" y="202"/>
                </a:cubicBezTo>
                <a:cubicBezTo>
                  <a:pt x="5" y="130"/>
                  <a:pt x="29" y="59"/>
                  <a:pt x="72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5" name="Freeform 776"/>
          <p:cNvSpPr/>
          <p:nvPr/>
        </p:nvSpPr>
        <p:spPr bwMode="auto">
          <a:xfrm>
            <a:off x="6746876" y="5084633"/>
            <a:ext cx="90488" cy="192087"/>
          </a:xfrm>
          <a:custGeom>
            <a:avLst/>
            <a:gdLst/>
            <a:ahLst/>
            <a:cxnLst>
              <a:cxn ang="0">
                <a:pos x="13" y="0"/>
              </a:cxn>
              <a:cxn ang="0">
                <a:pos x="11" y="0"/>
              </a:cxn>
              <a:cxn ang="0">
                <a:pos x="0" y="28"/>
              </a:cxn>
              <a:cxn ang="0">
                <a:pos x="13" y="0"/>
              </a:cxn>
            </a:cxnLst>
            <a:rect l="0" t="0" r="r" b="b"/>
            <a:pathLst>
              <a:path w="13" h="28">
                <a:moveTo>
                  <a:pt x="13" y="0"/>
                </a:moveTo>
                <a:cubicBezTo>
                  <a:pt x="11" y="0"/>
                  <a:pt x="11" y="0"/>
                  <a:pt x="11" y="0"/>
                </a:cubicBezTo>
                <a:cubicBezTo>
                  <a:pt x="10" y="10"/>
                  <a:pt x="6" y="20"/>
                  <a:pt x="0" y="28"/>
                </a:cubicBezTo>
                <a:cubicBezTo>
                  <a:pt x="7" y="21"/>
                  <a:pt x="11" y="11"/>
                  <a:pt x="13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6" name="Freeform 778"/>
          <p:cNvSpPr/>
          <p:nvPr/>
        </p:nvSpPr>
        <p:spPr bwMode="auto">
          <a:xfrm>
            <a:off x="6311901" y="5138608"/>
            <a:ext cx="261938" cy="96837"/>
          </a:xfrm>
          <a:custGeom>
            <a:avLst/>
            <a:gdLst/>
            <a:ahLst/>
            <a:cxnLst>
              <a:cxn ang="0">
                <a:pos x="38" y="0"/>
              </a:cxn>
              <a:cxn ang="0">
                <a:pos x="23" y="6"/>
              </a:cxn>
              <a:cxn ang="0">
                <a:pos x="23" y="6"/>
              </a:cxn>
              <a:cxn ang="0">
                <a:pos x="23" y="6"/>
              </a:cxn>
              <a:cxn ang="0">
                <a:pos x="23" y="6"/>
              </a:cxn>
              <a:cxn ang="0">
                <a:pos x="22" y="6"/>
              </a:cxn>
              <a:cxn ang="0">
                <a:pos x="14" y="6"/>
              </a:cxn>
              <a:cxn ang="0">
                <a:pos x="3" y="10"/>
              </a:cxn>
              <a:cxn ang="0">
                <a:pos x="3" y="10"/>
              </a:cxn>
              <a:cxn ang="0">
                <a:pos x="3" y="10"/>
              </a:cxn>
              <a:cxn ang="0">
                <a:pos x="3" y="10"/>
              </a:cxn>
              <a:cxn ang="0">
                <a:pos x="0" y="14"/>
              </a:cxn>
              <a:cxn ang="0">
                <a:pos x="1" y="13"/>
              </a:cxn>
              <a:cxn ang="0">
                <a:pos x="12" y="9"/>
              </a:cxn>
              <a:cxn ang="0">
                <a:pos x="20" y="9"/>
              </a:cxn>
              <a:cxn ang="0">
                <a:pos x="38" y="0"/>
              </a:cxn>
            </a:cxnLst>
            <a:rect l="0" t="0" r="r" b="b"/>
            <a:pathLst>
              <a:path w="38" h="14">
                <a:moveTo>
                  <a:pt x="38" y="0"/>
                </a:moveTo>
                <a:cubicBezTo>
                  <a:pt x="34" y="4"/>
                  <a:pt x="29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6"/>
                  <a:pt x="23" y="6"/>
                  <a:pt x="23" y="6"/>
                </a:cubicBezTo>
                <a:cubicBezTo>
                  <a:pt x="23" y="6"/>
                  <a:pt x="22" y="6"/>
                  <a:pt x="22" y="6"/>
                </a:cubicBezTo>
                <a:cubicBezTo>
                  <a:pt x="14" y="6"/>
                  <a:pt x="14" y="6"/>
                  <a:pt x="14" y="6"/>
                </a:cubicBezTo>
                <a:cubicBezTo>
                  <a:pt x="10" y="6"/>
                  <a:pt x="6" y="8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2" y="11"/>
                  <a:pt x="1" y="12"/>
                  <a:pt x="0" y="14"/>
                </a:cubicBezTo>
                <a:cubicBezTo>
                  <a:pt x="0" y="13"/>
                  <a:pt x="1" y="13"/>
                  <a:pt x="1" y="13"/>
                </a:cubicBezTo>
                <a:cubicBezTo>
                  <a:pt x="4" y="10"/>
                  <a:pt x="8" y="9"/>
                  <a:pt x="12" y="9"/>
                </a:cubicBezTo>
                <a:cubicBezTo>
                  <a:pt x="20" y="9"/>
                  <a:pt x="20" y="9"/>
                  <a:pt x="20" y="9"/>
                </a:cubicBezTo>
                <a:cubicBezTo>
                  <a:pt x="27" y="9"/>
                  <a:pt x="34" y="6"/>
                  <a:pt x="38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7" name="Freeform 781"/>
          <p:cNvSpPr>
            <a:spLocks noEditPoints="1"/>
          </p:cNvSpPr>
          <p:nvPr/>
        </p:nvSpPr>
        <p:spPr bwMode="auto">
          <a:xfrm>
            <a:off x="6573838" y="5402133"/>
            <a:ext cx="42863" cy="88900"/>
          </a:xfrm>
          <a:custGeom>
            <a:avLst/>
            <a:gdLst/>
            <a:ahLst/>
            <a:cxnLst>
              <a:cxn ang="0">
                <a:pos x="6" y="13"/>
              </a:cxn>
              <a:cxn ang="0">
                <a:pos x="6" y="13"/>
              </a:cxn>
              <a:cxn ang="0">
                <a:pos x="6" y="13"/>
              </a:cxn>
              <a:cxn ang="0">
                <a:pos x="6" y="13"/>
              </a:cxn>
              <a:cxn ang="0">
                <a:pos x="6" y="13"/>
              </a:cxn>
              <a:cxn ang="0">
                <a:pos x="6" y="13"/>
              </a:cxn>
              <a:cxn ang="0">
                <a:pos x="6" y="12"/>
              </a:cxn>
              <a:cxn ang="0">
                <a:pos x="6" y="13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0" y="0"/>
              </a:cxn>
              <a:cxn ang="0">
                <a:pos x="0" y="0"/>
              </a:cxn>
              <a:cxn ang="0">
                <a:pos x="6" y="12"/>
              </a:cxn>
              <a:cxn ang="0">
                <a:pos x="6" y="12"/>
              </a:cxn>
              <a:cxn ang="0">
                <a:pos x="6" y="12"/>
              </a:cxn>
              <a:cxn ang="0">
                <a:pos x="0" y="0"/>
              </a:cxn>
            </a:cxnLst>
            <a:rect l="0" t="0" r="r" b="b"/>
            <a:pathLst>
              <a:path w="6" h="13">
                <a:moveTo>
                  <a:pt x="6" y="13"/>
                </a:move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3"/>
                  <a:pt x="6" y="13"/>
                </a:cubicBezTo>
                <a:moveTo>
                  <a:pt x="6" y="13"/>
                </a:moveTo>
                <a:cubicBezTo>
                  <a:pt x="6" y="13"/>
                  <a:pt x="6" y="13"/>
                  <a:pt x="6" y="13"/>
                </a:cubicBezTo>
                <a:cubicBezTo>
                  <a:pt x="6" y="13"/>
                  <a:pt x="6" y="13"/>
                  <a:pt x="6" y="13"/>
                </a:cubicBezTo>
                <a:moveTo>
                  <a:pt x="6" y="12"/>
                </a:moveTo>
                <a:cubicBezTo>
                  <a:pt x="6" y="12"/>
                  <a:pt x="6" y="13"/>
                  <a:pt x="6" y="13"/>
                </a:cubicBezTo>
                <a:cubicBezTo>
                  <a:pt x="6" y="13"/>
                  <a:pt x="6" y="12"/>
                  <a:pt x="6" y="12"/>
                </a:cubicBezTo>
                <a:moveTo>
                  <a:pt x="6" y="12"/>
                </a:move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moveTo>
                  <a:pt x="6" y="12"/>
                </a:move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moveTo>
                  <a:pt x="6" y="12"/>
                </a:move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6" y="12"/>
                  <a:pt x="6" y="12"/>
                  <a:pt x="6" y="12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70727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8" name="Freeform 782"/>
          <p:cNvSpPr/>
          <p:nvPr/>
        </p:nvSpPr>
        <p:spPr bwMode="auto">
          <a:xfrm>
            <a:off x="6553201" y="5402133"/>
            <a:ext cx="84138" cy="214312"/>
          </a:xfrm>
          <a:custGeom>
            <a:avLst/>
            <a:gdLst/>
            <a:ahLst/>
            <a:cxnLst>
              <a:cxn ang="0">
                <a:pos x="3" y="0"/>
              </a:cxn>
              <a:cxn ang="0">
                <a:pos x="0" y="1"/>
              </a:cxn>
              <a:cxn ang="0">
                <a:pos x="6" y="15"/>
              </a:cxn>
              <a:cxn ang="0">
                <a:pos x="5" y="31"/>
              </a:cxn>
              <a:cxn ang="0">
                <a:pos x="9" y="13"/>
              </a:cxn>
              <a:cxn ang="0">
                <a:pos x="9" y="13"/>
              </a:cxn>
              <a:cxn ang="0">
                <a:pos x="9" y="13"/>
              </a:cxn>
              <a:cxn ang="0">
                <a:pos x="9" y="13"/>
              </a:cxn>
              <a:cxn ang="0">
                <a:pos x="9" y="13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9" y="12"/>
              </a:cxn>
              <a:cxn ang="0">
                <a:pos x="3" y="0"/>
              </a:cxn>
            </a:cxnLst>
            <a:rect l="0" t="0" r="r" b="b"/>
            <a:pathLst>
              <a:path w="12" h="31">
                <a:moveTo>
                  <a:pt x="3" y="0"/>
                </a:moveTo>
                <a:cubicBezTo>
                  <a:pt x="2" y="1"/>
                  <a:pt x="1" y="1"/>
                  <a:pt x="0" y="1"/>
                </a:cubicBezTo>
                <a:cubicBezTo>
                  <a:pt x="6" y="15"/>
                  <a:pt x="6" y="15"/>
                  <a:pt x="6" y="15"/>
                </a:cubicBezTo>
                <a:cubicBezTo>
                  <a:pt x="9" y="20"/>
                  <a:pt x="8" y="26"/>
                  <a:pt x="5" y="31"/>
                </a:cubicBezTo>
                <a:cubicBezTo>
                  <a:pt x="10" y="26"/>
                  <a:pt x="12" y="19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3"/>
                  <a:pt x="9" y="13"/>
                </a:cubicBezTo>
                <a:cubicBezTo>
                  <a:pt x="9" y="13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9" y="12"/>
                  <a:pt x="9" y="12"/>
                  <a:pt x="9" y="12"/>
                </a:cubicBezTo>
                <a:cubicBezTo>
                  <a:pt x="3" y="0"/>
                  <a:pt x="3" y="0"/>
                  <a:pt x="3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49" name="Freeform 783"/>
          <p:cNvSpPr/>
          <p:nvPr/>
        </p:nvSpPr>
        <p:spPr bwMode="auto">
          <a:xfrm>
            <a:off x="5151438" y="3516183"/>
            <a:ext cx="138113" cy="138112"/>
          </a:xfrm>
          <a:custGeom>
            <a:avLst/>
            <a:gdLst/>
            <a:ahLst/>
            <a:cxnLst>
              <a:cxn ang="0">
                <a:pos x="20" y="0"/>
              </a:cxn>
              <a:cxn ang="0">
                <a:pos x="0" y="20"/>
              </a:cxn>
              <a:cxn ang="0">
                <a:pos x="20" y="1"/>
              </a:cxn>
              <a:cxn ang="0">
                <a:pos x="20" y="0"/>
              </a:cxn>
            </a:cxnLst>
            <a:rect l="0" t="0" r="r" b="b"/>
            <a:pathLst>
              <a:path w="20" h="20">
                <a:moveTo>
                  <a:pt x="20" y="0"/>
                </a:moveTo>
                <a:cubicBezTo>
                  <a:pt x="14" y="4"/>
                  <a:pt x="7" y="11"/>
                  <a:pt x="0" y="20"/>
                </a:cubicBezTo>
                <a:cubicBezTo>
                  <a:pt x="7" y="11"/>
                  <a:pt x="15" y="5"/>
                  <a:pt x="20" y="1"/>
                </a:cubicBezTo>
                <a:cubicBezTo>
                  <a:pt x="20" y="0"/>
                  <a:pt x="20" y="0"/>
                  <a:pt x="20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0" name="Freeform 785"/>
          <p:cNvSpPr/>
          <p:nvPr/>
        </p:nvSpPr>
        <p:spPr bwMode="auto">
          <a:xfrm>
            <a:off x="5821363" y="1663571"/>
            <a:ext cx="1568450" cy="3365500"/>
          </a:xfrm>
          <a:custGeom>
            <a:avLst/>
            <a:gdLst/>
            <a:ahLst/>
            <a:cxnLst>
              <a:cxn ang="0">
                <a:pos x="39" y="0"/>
              </a:cxn>
              <a:cxn ang="0">
                <a:pos x="37" y="0"/>
              </a:cxn>
              <a:cxn ang="0">
                <a:pos x="37" y="0"/>
              </a:cxn>
              <a:cxn ang="0">
                <a:pos x="0" y="19"/>
              </a:cxn>
              <a:cxn ang="0">
                <a:pos x="35" y="3"/>
              </a:cxn>
              <a:cxn ang="0">
                <a:pos x="36" y="3"/>
              </a:cxn>
              <a:cxn ang="0">
                <a:pos x="77" y="24"/>
              </a:cxn>
              <a:cxn ang="0">
                <a:pos x="150" y="247"/>
              </a:cxn>
              <a:cxn ang="0">
                <a:pos x="150" y="269"/>
              </a:cxn>
              <a:cxn ang="0">
                <a:pos x="224" y="479"/>
              </a:cxn>
              <a:cxn ang="0">
                <a:pos x="222" y="487"/>
              </a:cxn>
              <a:cxn ang="0">
                <a:pos x="227" y="476"/>
              </a:cxn>
              <a:cxn ang="0">
                <a:pos x="227" y="476"/>
              </a:cxn>
              <a:cxn ang="0">
                <a:pos x="227" y="476"/>
              </a:cxn>
              <a:cxn ang="0">
                <a:pos x="227" y="476"/>
              </a:cxn>
              <a:cxn ang="0">
                <a:pos x="227" y="476"/>
              </a:cxn>
              <a:cxn ang="0">
                <a:pos x="153" y="266"/>
              </a:cxn>
              <a:cxn ang="0">
                <a:pos x="153" y="244"/>
              </a:cxn>
              <a:cxn ang="0">
                <a:pos x="80" y="22"/>
              </a:cxn>
              <a:cxn ang="0">
                <a:pos x="39" y="0"/>
              </a:cxn>
            </a:cxnLst>
            <a:rect l="0" t="0" r="r" b="b"/>
            <a:pathLst>
              <a:path w="227" h="487">
                <a:moveTo>
                  <a:pt x="39" y="0"/>
                </a:moveTo>
                <a:cubicBezTo>
                  <a:pt x="38" y="0"/>
                  <a:pt x="38" y="0"/>
                  <a:pt x="37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23" y="0"/>
                  <a:pt x="10" y="7"/>
                  <a:pt x="0" y="19"/>
                </a:cubicBezTo>
                <a:cubicBezTo>
                  <a:pt x="9" y="9"/>
                  <a:pt x="22" y="3"/>
                  <a:pt x="35" y="3"/>
                </a:cubicBezTo>
                <a:cubicBezTo>
                  <a:pt x="36" y="3"/>
                  <a:pt x="36" y="3"/>
                  <a:pt x="36" y="3"/>
                </a:cubicBezTo>
                <a:cubicBezTo>
                  <a:pt x="53" y="3"/>
                  <a:pt x="68" y="11"/>
                  <a:pt x="77" y="24"/>
                </a:cubicBezTo>
                <a:cubicBezTo>
                  <a:pt x="124" y="89"/>
                  <a:pt x="150" y="168"/>
                  <a:pt x="150" y="247"/>
                </a:cubicBezTo>
                <a:cubicBezTo>
                  <a:pt x="150" y="269"/>
                  <a:pt x="150" y="269"/>
                  <a:pt x="150" y="269"/>
                </a:cubicBezTo>
                <a:cubicBezTo>
                  <a:pt x="172" y="285"/>
                  <a:pt x="224" y="337"/>
                  <a:pt x="224" y="479"/>
                </a:cubicBezTo>
                <a:cubicBezTo>
                  <a:pt x="224" y="482"/>
                  <a:pt x="223" y="485"/>
                  <a:pt x="222" y="487"/>
                </a:cubicBezTo>
                <a:cubicBezTo>
                  <a:pt x="225" y="484"/>
                  <a:pt x="227" y="480"/>
                  <a:pt x="227" y="476"/>
                </a:cubicBezTo>
                <a:cubicBezTo>
                  <a:pt x="227" y="476"/>
                  <a:pt x="227" y="476"/>
                  <a:pt x="227" y="476"/>
                </a:cubicBezTo>
                <a:cubicBezTo>
                  <a:pt x="227" y="476"/>
                  <a:pt x="227" y="476"/>
                  <a:pt x="227" y="476"/>
                </a:cubicBezTo>
                <a:cubicBezTo>
                  <a:pt x="227" y="476"/>
                  <a:pt x="227" y="476"/>
                  <a:pt x="227" y="476"/>
                </a:cubicBezTo>
                <a:cubicBezTo>
                  <a:pt x="227" y="476"/>
                  <a:pt x="227" y="476"/>
                  <a:pt x="227" y="476"/>
                </a:cubicBezTo>
                <a:cubicBezTo>
                  <a:pt x="227" y="334"/>
                  <a:pt x="174" y="282"/>
                  <a:pt x="153" y="266"/>
                </a:cubicBezTo>
                <a:cubicBezTo>
                  <a:pt x="153" y="244"/>
                  <a:pt x="153" y="244"/>
                  <a:pt x="153" y="244"/>
                </a:cubicBezTo>
                <a:cubicBezTo>
                  <a:pt x="153" y="165"/>
                  <a:pt x="127" y="86"/>
                  <a:pt x="80" y="22"/>
                </a:cubicBezTo>
                <a:cubicBezTo>
                  <a:pt x="70" y="8"/>
                  <a:pt x="55" y="0"/>
                  <a:pt x="39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1" name="Freeform 786"/>
          <p:cNvSpPr>
            <a:spLocks noEditPoints="1"/>
          </p:cNvSpPr>
          <p:nvPr/>
        </p:nvSpPr>
        <p:spPr bwMode="auto">
          <a:xfrm>
            <a:off x="5027613" y="3909883"/>
            <a:ext cx="855663" cy="1671637"/>
          </a:xfrm>
          <a:custGeom>
            <a:avLst/>
            <a:gdLst/>
            <a:ahLst/>
            <a:cxnLst>
              <a:cxn ang="0">
                <a:pos x="107" y="242"/>
              </a:cxn>
              <a:cxn ang="0">
                <a:pos x="107" y="242"/>
              </a:cxn>
              <a:cxn ang="0">
                <a:pos x="107" y="242"/>
              </a:cxn>
              <a:cxn ang="0">
                <a:pos x="0" y="118"/>
              </a:cxn>
              <a:cxn ang="0">
                <a:pos x="16" y="135"/>
              </a:cxn>
              <a:cxn ang="0">
                <a:pos x="61" y="135"/>
              </a:cxn>
              <a:cxn ang="0">
                <a:pos x="77" y="150"/>
              </a:cxn>
              <a:cxn ang="0">
                <a:pos x="77" y="164"/>
              </a:cxn>
              <a:cxn ang="0">
                <a:pos x="99" y="184"/>
              </a:cxn>
              <a:cxn ang="0">
                <a:pos x="108" y="184"/>
              </a:cxn>
              <a:cxn ang="0">
                <a:pos x="124" y="197"/>
              </a:cxn>
              <a:cxn ang="0">
                <a:pos x="124" y="200"/>
              </a:cxn>
              <a:cxn ang="0">
                <a:pos x="124" y="197"/>
              </a:cxn>
              <a:cxn ang="0">
                <a:pos x="108" y="184"/>
              </a:cxn>
              <a:cxn ang="0">
                <a:pos x="99" y="184"/>
              </a:cxn>
              <a:cxn ang="0">
                <a:pos x="77" y="164"/>
              </a:cxn>
              <a:cxn ang="0">
                <a:pos x="77" y="150"/>
              </a:cxn>
              <a:cxn ang="0">
                <a:pos x="61" y="135"/>
              </a:cxn>
              <a:cxn ang="0">
                <a:pos x="16" y="135"/>
              </a:cxn>
              <a:cxn ang="0">
                <a:pos x="0" y="118"/>
              </a:cxn>
              <a:cxn ang="0">
                <a:pos x="31" y="0"/>
              </a:cxn>
              <a:cxn ang="0">
                <a:pos x="31" y="0"/>
              </a:cxn>
              <a:cxn ang="0">
                <a:pos x="0" y="117"/>
              </a:cxn>
              <a:cxn ang="0">
                <a:pos x="31" y="0"/>
              </a:cxn>
            </a:cxnLst>
            <a:rect l="0" t="0" r="r" b="b"/>
            <a:pathLst>
              <a:path w="124" h="242">
                <a:moveTo>
                  <a:pt x="107" y="242"/>
                </a:moveTo>
                <a:cubicBezTo>
                  <a:pt x="107" y="242"/>
                  <a:pt x="107" y="242"/>
                  <a:pt x="107" y="242"/>
                </a:cubicBezTo>
                <a:cubicBezTo>
                  <a:pt x="107" y="242"/>
                  <a:pt x="107" y="242"/>
                  <a:pt x="107" y="242"/>
                </a:cubicBezTo>
                <a:moveTo>
                  <a:pt x="0" y="118"/>
                </a:moveTo>
                <a:cubicBezTo>
                  <a:pt x="0" y="127"/>
                  <a:pt x="7" y="135"/>
                  <a:pt x="16" y="135"/>
                </a:cubicBezTo>
                <a:cubicBezTo>
                  <a:pt x="61" y="135"/>
                  <a:pt x="61" y="135"/>
                  <a:pt x="61" y="135"/>
                </a:cubicBezTo>
                <a:cubicBezTo>
                  <a:pt x="70" y="135"/>
                  <a:pt x="77" y="142"/>
                  <a:pt x="77" y="150"/>
                </a:cubicBezTo>
                <a:cubicBezTo>
                  <a:pt x="77" y="164"/>
                  <a:pt x="77" y="164"/>
                  <a:pt x="77" y="164"/>
                </a:cubicBezTo>
                <a:cubicBezTo>
                  <a:pt x="78" y="175"/>
                  <a:pt x="87" y="184"/>
                  <a:pt x="99" y="184"/>
                </a:cubicBezTo>
                <a:cubicBezTo>
                  <a:pt x="108" y="184"/>
                  <a:pt x="108" y="184"/>
                  <a:pt x="108" y="184"/>
                </a:cubicBezTo>
                <a:cubicBezTo>
                  <a:pt x="115" y="184"/>
                  <a:pt x="122" y="189"/>
                  <a:pt x="124" y="197"/>
                </a:cubicBezTo>
                <a:cubicBezTo>
                  <a:pt x="124" y="198"/>
                  <a:pt x="124" y="199"/>
                  <a:pt x="124" y="200"/>
                </a:cubicBezTo>
                <a:cubicBezTo>
                  <a:pt x="124" y="199"/>
                  <a:pt x="124" y="198"/>
                  <a:pt x="124" y="197"/>
                </a:cubicBezTo>
                <a:cubicBezTo>
                  <a:pt x="122" y="189"/>
                  <a:pt x="115" y="184"/>
                  <a:pt x="108" y="184"/>
                </a:cubicBezTo>
                <a:cubicBezTo>
                  <a:pt x="99" y="184"/>
                  <a:pt x="99" y="184"/>
                  <a:pt x="99" y="184"/>
                </a:cubicBezTo>
                <a:cubicBezTo>
                  <a:pt x="87" y="184"/>
                  <a:pt x="78" y="175"/>
                  <a:pt x="77" y="164"/>
                </a:cubicBezTo>
                <a:cubicBezTo>
                  <a:pt x="77" y="150"/>
                  <a:pt x="77" y="150"/>
                  <a:pt x="77" y="150"/>
                </a:cubicBezTo>
                <a:cubicBezTo>
                  <a:pt x="77" y="142"/>
                  <a:pt x="70" y="135"/>
                  <a:pt x="61" y="135"/>
                </a:cubicBezTo>
                <a:cubicBezTo>
                  <a:pt x="16" y="135"/>
                  <a:pt x="16" y="135"/>
                  <a:pt x="16" y="135"/>
                </a:cubicBezTo>
                <a:cubicBezTo>
                  <a:pt x="7" y="135"/>
                  <a:pt x="0" y="127"/>
                  <a:pt x="0" y="118"/>
                </a:cubicBezTo>
                <a:moveTo>
                  <a:pt x="31" y="0"/>
                </a:moveTo>
                <a:cubicBezTo>
                  <a:pt x="31" y="0"/>
                  <a:pt x="31" y="0"/>
                  <a:pt x="31" y="0"/>
                </a:cubicBezTo>
                <a:cubicBezTo>
                  <a:pt x="18" y="21"/>
                  <a:pt x="4" y="58"/>
                  <a:pt x="0" y="117"/>
                </a:cubicBezTo>
                <a:cubicBezTo>
                  <a:pt x="4" y="58"/>
                  <a:pt x="18" y="21"/>
                  <a:pt x="31" y="0"/>
                </a:cubicBezTo>
              </a:path>
            </a:pathLst>
          </a:custGeom>
          <a:solidFill>
            <a:srgbClr val="70727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2" name="Freeform 787"/>
          <p:cNvSpPr/>
          <p:nvPr/>
        </p:nvSpPr>
        <p:spPr bwMode="auto">
          <a:xfrm>
            <a:off x="5005388" y="3909883"/>
            <a:ext cx="877888" cy="1706562"/>
          </a:xfrm>
          <a:custGeom>
            <a:avLst/>
            <a:gdLst/>
            <a:ahLst/>
            <a:cxnLst>
              <a:cxn ang="0">
                <a:pos x="34" y="0"/>
              </a:cxn>
              <a:cxn ang="0">
                <a:pos x="32" y="2"/>
              </a:cxn>
              <a:cxn ang="0">
                <a:pos x="32" y="2"/>
              </a:cxn>
              <a:cxn ang="0">
                <a:pos x="0" y="119"/>
              </a:cxn>
              <a:cxn ang="0">
                <a:pos x="17" y="138"/>
              </a:cxn>
              <a:cxn ang="0">
                <a:pos x="62" y="138"/>
              </a:cxn>
              <a:cxn ang="0">
                <a:pos x="78" y="153"/>
              </a:cxn>
              <a:cxn ang="0">
                <a:pos x="78" y="166"/>
              </a:cxn>
              <a:cxn ang="0">
                <a:pos x="100" y="187"/>
              </a:cxn>
              <a:cxn ang="0">
                <a:pos x="109" y="187"/>
              </a:cxn>
              <a:cxn ang="0">
                <a:pos x="124" y="199"/>
              </a:cxn>
              <a:cxn ang="0">
                <a:pos x="123" y="211"/>
              </a:cxn>
              <a:cxn ang="0">
                <a:pos x="107" y="245"/>
              </a:cxn>
              <a:cxn ang="0">
                <a:pos x="106" y="247"/>
              </a:cxn>
              <a:cxn ang="0">
                <a:pos x="110" y="242"/>
              </a:cxn>
              <a:cxn ang="0">
                <a:pos x="110" y="242"/>
              </a:cxn>
              <a:cxn ang="0">
                <a:pos x="110" y="242"/>
              </a:cxn>
              <a:cxn ang="0">
                <a:pos x="125" y="208"/>
              </a:cxn>
              <a:cxn ang="0">
                <a:pos x="127" y="200"/>
              </a:cxn>
              <a:cxn ang="0">
                <a:pos x="127" y="197"/>
              </a:cxn>
              <a:cxn ang="0">
                <a:pos x="111" y="184"/>
              </a:cxn>
              <a:cxn ang="0">
                <a:pos x="102" y="184"/>
              </a:cxn>
              <a:cxn ang="0">
                <a:pos x="80" y="164"/>
              </a:cxn>
              <a:cxn ang="0">
                <a:pos x="80" y="150"/>
              </a:cxn>
              <a:cxn ang="0">
                <a:pos x="64" y="135"/>
              </a:cxn>
              <a:cxn ang="0">
                <a:pos x="19" y="135"/>
              </a:cxn>
              <a:cxn ang="0">
                <a:pos x="3" y="118"/>
              </a:cxn>
              <a:cxn ang="0">
                <a:pos x="3" y="117"/>
              </a:cxn>
              <a:cxn ang="0">
                <a:pos x="3" y="117"/>
              </a:cxn>
              <a:cxn ang="0">
                <a:pos x="34" y="0"/>
              </a:cxn>
            </a:cxnLst>
            <a:rect l="0" t="0" r="r" b="b"/>
            <a:pathLst>
              <a:path w="127" h="247">
                <a:moveTo>
                  <a:pt x="34" y="0"/>
                </a:moveTo>
                <a:cubicBezTo>
                  <a:pt x="33" y="0"/>
                  <a:pt x="32" y="1"/>
                  <a:pt x="32" y="2"/>
                </a:cubicBezTo>
                <a:cubicBezTo>
                  <a:pt x="32" y="2"/>
                  <a:pt x="32" y="2"/>
                  <a:pt x="32" y="2"/>
                </a:cubicBezTo>
                <a:cubicBezTo>
                  <a:pt x="19" y="23"/>
                  <a:pt x="4" y="60"/>
                  <a:pt x="0" y="119"/>
                </a:cubicBezTo>
                <a:cubicBezTo>
                  <a:pt x="0" y="129"/>
                  <a:pt x="7" y="138"/>
                  <a:pt x="17" y="138"/>
                </a:cubicBezTo>
                <a:cubicBezTo>
                  <a:pt x="62" y="138"/>
                  <a:pt x="62" y="138"/>
                  <a:pt x="62" y="138"/>
                </a:cubicBezTo>
                <a:cubicBezTo>
                  <a:pt x="70" y="138"/>
                  <a:pt x="78" y="144"/>
                  <a:pt x="78" y="153"/>
                </a:cubicBezTo>
                <a:cubicBezTo>
                  <a:pt x="78" y="166"/>
                  <a:pt x="78" y="166"/>
                  <a:pt x="78" y="166"/>
                </a:cubicBezTo>
                <a:cubicBezTo>
                  <a:pt x="78" y="178"/>
                  <a:pt x="88" y="187"/>
                  <a:pt x="100" y="187"/>
                </a:cubicBezTo>
                <a:cubicBezTo>
                  <a:pt x="109" y="187"/>
                  <a:pt x="109" y="187"/>
                  <a:pt x="109" y="187"/>
                </a:cubicBezTo>
                <a:cubicBezTo>
                  <a:pt x="116" y="187"/>
                  <a:pt x="122" y="192"/>
                  <a:pt x="124" y="199"/>
                </a:cubicBezTo>
                <a:cubicBezTo>
                  <a:pt x="125" y="203"/>
                  <a:pt x="125" y="207"/>
                  <a:pt x="123" y="211"/>
                </a:cubicBezTo>
                <a:cubicBezTo>
                  <a:pt x="107" y="245"/>
                  <a:pt x="107" y="245"/>
                  <a:pt x="107" y="245"/>
                </a:cubicBezTo>
                <a:cubicBezTo>
                  <a:pt x="107" y="245"/>
                  <a:pt x="107" y="246"/>
                  <a:pt x="106" y="247"/>
                </a:cubicBezTo>
                <a:cubicBezTo>
                  <a:pt x="108" y="245"/>
                  <a:pt x="109" y="244"/>
                  <a:pt x="110" y="242"/>
                </a:cubicBezTo>
                <a:cubicBezTo>
                  <a:pt x="110" y="242"/>
                  <a:pt x="110" y="242"/>
                  <a:pt x="110" y="242"/>
                </a:cubicBezTo>
                <a:cubicBezTo>
                  <a:pt x="110" y="242"/>
                  <a:pt x="110" y="242"/>
                  <a:pt x="110" y="242"/>
                </a:cubicBezTo>
                <a:cubicBezTo>
                  <a:pt x="125" y="208"/>
                  <a:pt x="125" y="208"/>
                  <a:pt x="125" y="208"/>
                </a:cubicBezTo>
                <a:cubicBezTo>
                  <a:pt x="127" y="205"/>
                  <a:pt x="127" y="203"/>
                  <a:pt x="127" y="200"/>
                </a:cubicBezTo>
                <a:cubicBezTo>
                  <a:pt x="127" y="199"/>
                  <a:pt x="127" y="198"/>
                  <a:pt x="127" y="197"/>
                </a:cubicBezTo>
                <a:cubicBezTo>
                  <a:pt x="125" y="189"/>
                  <a:pt x="118" y="184"/>
                  <a:pt x="111" y="184"/>
                </a:cubicBezTo>
                <a:cubicBezTo>
                  <a:pt x="102" y="184"/>
                  <a:pt x="102" y="184"/>
                  <a:pt x="102" y="184"/>
                </a:cubicBezTo>
                <a:cubicBezTo>
                  <a:pt x="90" y="184"/>
                  <a:pt x="81" y="175"/>
                  <a:pt x="80" y="164"/>
                </a:cubicBezTo>
                <a:cubicBezTo>
                  <a:pt x="80" y="150"/>
                  <a:pt x="80" y="150"/>
                  <a:pt x="80" y="150"/>
                </a:cubicBezTo>
                <a:cubicBezTo>
                  <a:pt x="80" y="142"/>
                  <a:pt x="73" y="135"/>
                  <a:pt x="64" y="135"/>
                </a:cubicBezTo>
                <a:cubicBezTo>
                  <a:pt x="19" y="135"/>
                  <a:pt x="19" y="135"/>
                  <a:pt x="19" y="135"/>
                </a:cubicBezTo>
                <a:cubicBezTo>
                  <a:pt x="10" y="135"/>
                  <a:pt x="3" y="127"/>
                  <a:pt x="3" y="118"/>
                </a:cubicBezTo>
                <a:cubicBezTo>
                  <a:pt x="3" y="117"/>
                  <a:pt x="3" y="117"/>
                  <a:pt x="3" y="117"/>
                </a:cubicBezTo>
                <a:cubicBezTo>
                  <a:pt x="3" y="117"/>
                  <a:pt x="3" y="117"/>
                  <a:pt x="3" y="117"/>
                </a:cubicBezTo>
                <a:cubicBezTo>
                  <a:pt x="7" y="58"/>
                  <a:pt x="21" y="21"/>
                  <a:pt x="34" y="0"/>
                </a:cubicBezTo>
              </a:path>
            </a:pathLst>
          </a:custGeom>
          <a:solidFill>
            <a:srgbClr val="1A1A1A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3" name="Oval 788"/>
          <p:cNvSpPr>
            <a:spLocks noChangeArrowheads="1"/>
          </p:cNvSpPr>
          <p:nvPr/>
        </p:nvSpPr>
        <p:spPr bwMode="auto">
          <a:xfrm>
            <a:off x="6678613" y="4054346"/>
            <a:ext cx="165100" cy="165100"/>
          </a:xfrm>
          <a:prstGeom prst="ellipse">
            <a:avLst/>
          </a:prstGeom>
          <a:solidFill>
            <a:srgbClr val="F3534B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4" name="Oval 789"/>
          <p:cNvSpPr>
            <a:spLocks noChangeArrowheads="1"/>
          </p:cNvSpPr>
          <p:nvPr/>
        </p:nvSpPr>
        <p:spPr bwMode="auto">
          <a:xfrm>
            <a:off x="6691313" y="4047996"/>
            <a:ext cx="166688" cy="1651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5" name="Oval 790"/>
          <p:cNvSpPr>
            <a:spLocks noChangeArrowheads="1"/>
          </p:cNvSpPr>
          <p:nvPr/>
        </p:nvSpPr>
        <p:spPr bwMode="auto">
          <a:xfrm>
            <a:off x="5324476" y="4054346"/>
            <a:ext cx="165100" cy="165100"/>
          </a:xfrm>
          <a:prstGeom prst="ellipse">
            <a:avLst/>
          </a:prstGeom>
          <a:solidFill>
            <a:srgbClr val="F3534B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6" name="Oval 791"/>
          <p:cNvSpPr>
            <a:spLocks noChangeArrowheads="1"/>
          </p:cNvSpPr>
          <p:nvPr/>
        </p:nvSpPr>
        <p:spPr bwMode="auto">
          <a:xfrm>
            <a:off x="5337176" y="4047996"/>
            <a:ext cx="166688" cy="165100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7" name="Oval 792"/>
          <p:cNvSpPr>
            <a:spLocks noChangeArrowheads="1"/>
          </p:cNvSpPr>
          <p:nvPr/>
        </p:nvSpPr>
        <p:spPr bwMode="auto">
          <a:xfrm>
            <a:off x="5400676" y="5111621"/>
            <a:ext cx="165100" cy="165100"/>
          </a:xfrm>
          <a:prstGeom prst="ellipse">
            <a:avLst/>
          </a:prstGeom>
          <a:solidFill>
            <a:srgbClr val="080808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8" name="Oval 793"/>
          <p:cNvSpPr>
            <a:spLocks noChangeArrowheads="1"/>
          </p:cNvSpPr>
          <p:nvPr/>
        </p:nvSpPr>
        <p:spPr bwMode="auto">
          <a:xfrm>
            <a:off x="5413376" y="5097333"/>
            <a:ext cx="166688" cy="166687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59" name="Oval 794"/>
          <p:cNvSpPr>
            <a:spLocks noChangeArrowheads="1"/>
          </p:cNvSpPr>
          <p:nvPr/>
        </p:nvSpPr>
        <p:spPr bwMode="auto">
          <a:xfrm>
            <a:off x="6581776" y="5111621"/>
            <a:ext cx="165100" cy="165100"/>
          </a:xfrm>
          <a:prstGeom prst="ellipse">
            <a:avLst/>
          </a:prstGeom>
          <a:solidFill>
            <a:srgbClr val="080808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60" name="Oval 795"/>
          <p:cNvSpPr>
            <a:spLocks noChangeArrowheads="1"/>
          </p:cNvSpPr>
          <p:nvPr/>
        </p:nvSpPr>
        <p:spPr bwMode="auto">
          <a:xfrm>
            <a:off x="6594476" y="5097333"/>
            <a:ext cx="166688" cy="166687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61" name="TextBox 1071"/>
          <p:cNvSpPr txBox="1"/>
          <p:nvPr/>
        </p:nvSpPr>
        <p:spPr>
          <a:xfrm rot="3894313">
            <a:off x="6311804" y="5956997"/>
            <a:ext cx="8592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CREATIVE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62" name="TextBox 1072"/>
          <p:cNvSpPr txBox="1"/>
          <p:nvPr/>
        </p:nvSpPr>
        <p:spPr>
          <a:xfrm rot="17650843">
            <a:off x="4990099" y="5985728"/>
            <a:ext cx="85921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CREATIVE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8183563" y="2324624"/>
            <a:ext cx="2467853" cy="83477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183563" y="1974409"/>
            <a:ext cx="1934520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8183563" y="4508581"/>
            <a:ext cx="2467853" cy="83477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183563" y="4158366"/>
            <a:ext cx="1934520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23781" y="4508581"/>
            <a:ext cx="2467853" cy="83477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2064258" y="4158366"/>
            <a:ext cx="1934520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23781" y="2324624"/>
            <a:ext cx="2467853" cy="834772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lvl="0" algn="r">
              <a:lnSpc>
                <a:spcPts val="2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请在此处添加具体内容，文字尽量言简意赅，简单说明即可，不必过于繁琐，注意板面美观度。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064258" y="1974409"/>
            <a:ext cx="1934520" cy="375920"/>
          </a:xfrm>
          <a:prstGeom prst="rect">
            <a:avLst/>
          </a:prstGeom>
        </p:spPr>
        <p:txBody>
          <a:bodyPr wrap="square" lIns="91433" tIns="45716" rIns="91433" bIns="45716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6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86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1" y="301326"/>
            <a:ext cx="12192000" cy="6556674"/>
            <a:chOff x="1" y="301326"/>
            <a:chExt cx="12192000" cy="6556674"/>
          </a:xfrm>
        </p:grpSpPr>
        <p:sp>
          <p:nvSpPr>
            <p:cNvPr id="64" name="Freeform 19"/>
            <p:cNvSpPr/>
            <p:nvPr/>
          </p:nvSpPr>
          <p:spPr bwMode="auto">
            <a:xfrm flipH="1">
              <a:off x="317634" y="301326"/>
              <a:ext cx="354719" cy="577922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65" name="Freeform 19"/>
            <p:cNvSpPr/>
            <p:nvPr/>
          </p:nvSpPr>
          <p:spPr bwMode="auto">
            <a:xfrm flipH="1">
              <a:off x="672353" y="377879"/>
              <a:ext cx="260744" cy="424815"/>
            </a:xfrm>
            <a:custGeom>
              <a:avLst/>
              <a:gdLst>
                <a:gd name="T0" fmla="*/ 453 w 453"/>
                <a:gd name="T1" fmla="*/ 4 h 814"/>
                <a:gd name="T2" fmla="*/ 284 w 453"/>
                <a:gd name="T3" fmla="*/ 4 h 814"/>
                <a:gd name="T4" fmla="*/ 286 w 453"/>
                <a:gd name="T5" fmla="*/ 0 h 814"/>
                <a:gd name="T6" fmla="*/ 0 w 453"/>
                <a:gd name="T7" fmla="*/ 414 h 814"/>
                <a:gd name="T8" fmla="*/ 275 w 453"/>
                <a:gd name="T9" fmla="*/ 814 h 814"/>
                <a:gd name="T10" fmla="*/ 444 w 453"/>
                <a:gd name="T11" fmla="*/ 814 h 814"/>
                <a:gd name="T12" fmla="*/ 166 w 453"/>
                <a:gd name="T13" fmla="*/ 416 h 814"/>
                <a:gd name="T14" fmla="*/ 453 w 453"/>
                <a:gd name="T15" fmla="*/ 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3" h="814">
                  <a:moveTo>
                    <a:pt x="453" y="4"/>
                  </a:moveTo>
                  <a:lnTo>
                    <a:pt x="284" y="4"/>
                  </a:lnTo>
                  <a:lnTo>
                    <a:pt x="286" y="0"/>
                  </a:lnTo>
                  <a:lnTo>
                    <a:pt x="0" y="414"/>
                  </a:lnTo>
                  <a:lnTo>
                    <a:pt x="275" y="814"/>
                  </a:lnTo>
                  <a:lnTo>
                    <a:pt x="444" y="814"/>
                  </a:lnTo>
                  <a:lnTo>
                    <a:pt x="166" y="416"/>
                  </a:lnTo>
                  <a:lnTo>
                    <a:pt x="453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07869" y="405620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ZQingKeBenYueSongS-R-GB" panose="02000000000000000000" pitchFamily="2" charset="-122"/>
                  <a:ea typeface="FZQingKeBenYueSongS-R-GB" panose="02000000000000000000" pitchFamily="2" charset="-122"/>
                </a:rPr>
                <a:t>页面标题内容</a:t>
              </a:r>
              <a:endParaRPr lang="zh-CN" altLang="en-US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</a:endParaRPr>
            </a:p>
          </p:txBody>
        </p:sp>
        <p:sp>
          <p:nvSpPr>
            <p:cNvPr id="75" name="Rectangle 3"/>
            <p:cNvSpPr/>
            <p:nvPr/>
          </p:nvSpPr>
          <p:spPr>
            <a:xfrm>
              <a:off x="1" y="6556674"/>
              <a:ext cx="12192000" cy="3013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15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15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31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31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46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46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54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8105735" y="1407212"/>
            <a:ext cx="2740726" cy="2263193"/>
            <a:chOff x="7708167" y="1583199"/>
            <a:chExt cx="2740726" cy="2263193"/>
          </a:xfrm>
        </p:grpSpPr>
        <p:sp>
          <p:nvSpPr>
            <p:cNvPr id="3" name="Freeform 9"/>
            <p:cNvSpPr/>
            <p:nvPr/>
          </p:nvSpPr>
          <p:spPr bwMode="auto">
            <a:xfrm>
              <a:off x="7981808" y="2370863"/>
              <a:ext cx="497923" cy="1165399"/>
            </a:xfrm>
            <a:custGeom>
              <a:avLst/>
              <a:gdLst>
                <a:gd name="T0" fmla="*/ 0 w 464"/>
                <a:gd name="T1" fmla="*/ 1086 h 1086"/>
                <a:gd name="T2" fmla="*/ 464 w 464"/>
                <a:gd name="T3" fmla="*/ 793 h 1086"/>
                <a:gd name="T4" fmla="*/ 464 w 464"/>
                <a:gd name="T5" fmla="*/ 0 h 1086"/>
                <a:gd name="T6" fmla="*/ 0 w 464"/>
                <a:gd name="T7" fmla="*/ 294 h 1086"/>
                <a:gd name="T8" fmla="*/ 0 w 464"/>
                <a:gd name="T9" fmla="*/ 1086 h 10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1086">
                  <a:moveTo>
                    <a:pt x="0" y="1086"/>
                  </a:moveTo>
                  <a:lnTo>
                    <a:pt x="464" y="793"/>
                  </a:lnTo>
                  <a:lnTo>
                    <a:pt x="464" y="0"/>
                  </a:lnTo>
                  <a:lnTo>
                    <a:pt x="0" y="294"/>
                  </a:lnTo>
                  <a:lnTo>
                    <a:pt x="0" y="108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4" name="Freeform 10"/>
            <p:cNvSpPr/>
            <p:nvPr/>
          </p:nvSpPr>
          <p:spPr bwMode="auto">
            <a:xfrm>
              <a:off x="7708167" y="2512514"/>
              <a:ext cx="273644" cy="1023749"/>
            </a:xfrm>
            <a:custGeom>
              <a:avLst/>
              <a:gdLst>
                <a:gd name="T0" fmla="*/ 255 w 255"/>
                <a:gd name="T1" fmla="*/ 954 h 954"/>
                <a:gd name="T2" fmla="*/ 0 w 255"/>
                <a:gd name="T3" fmla="*/ 793 h 954"/>
                <a:gd name="T4" fmla="*/ 0 w 255"/>
                <a:gd name="T5" fmla="*/ 0 h 954"/>
                <a:gd name="T6" fmla="*/ 255 w 255"/>
                <a:gd name="T7" fmla="*/ 162 h 954"/>
                <a:gd name="T8" fmla="*/ 255 w 255"/>
                <a:gd name="T9" fmla="*/ 954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954">
                  <a:moveTo>
                    <a:pt x="255" y="954"/>
                  </a:moveTo>
                  <a:lnTo>
                    <a:pt x="0" y="793"/>
                  </a:lnTo>
                  <a:lnTo>
                    <a:pt x="0" y="0"/>
                  </a:lnTo>
                  <a:lnTo>
                    <a:pt x="255" y="162"/>
                  </a:lnTo>
                  <a:lnTo>
                    <a:pt x="255" y="95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5" name="Freeform 11"/>
            <p:cNvSpPr/>
            <p:nvPr/>
          </p:nvSpPr>
          <p:spPr bwMode="auto">
            <a:xfrm>
              <a:off x="10237489" y="2512514"/>
              <a:ext cx="211404" cy="981897"/>
            </a:xfrm>
            <a:custGeom>
              <a:avLst/>
              <a:gdLst>
                <a:gd name="T0" fmla="*/ 197 w 197"/>
                <a:gd name="T1" fmla="*/ 915 h 915"/>
                <a:gd name="T2" fmla="*/ 0 w 197"/>
                <a:gd name="T3" fmla="*/ 793 h 915"/>
                <a:gd name="T4" fmla="*/ 0 w 197"/>
                <a:gd name="T5" fmla="*/ 0 h 915"/>
                <a:gd name="T6" fmla="*/ 197 w 197"/>
                <a:gd name="T7" fmla="*/ 123 h 915"/>
                <a:gd name="T8" fmla="*/ 197 w 197"/>
                <a:gd name="T9" fmla="*/ 915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915">
                  <a:moveTo>
                    <a:pt x="197" y="915"/>
                  </a:moveTo>
                  <a:lnTo>
                    <a:pt x="0" y="793"/>
                  </a:lnTo>
                  <a:lnTo>
                    <a:pt x="0" y="0"/>
                  </a:lnTo>
                  <a:lnTo>
                    <a:pt x="197" y="123"/>
                  </a:lnTo>
                  <a:lnTo>
                    <a:pt x="197" y="915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6" name="Freeform 12"/>
            <p:cNvSpPr/>
            <p:nvPr/>
          </p:nvSpPr>
          <p:spPr bwMode="auto">
            <a:xfrm>
              <a:off x="8761963" y="1583199"/>
              <a:ext cx="211404" cy="436756"/>
            </a:xfrm>
            <a:custGeom>
              <a:avLst/>
              <a:gdLst>
                <a:gd name="T0" fmla="*/ 197 w 197"/>
                <a:gd name="T1" fmla="*/ 407 h 407"/>
                <a:gd name="T2" fmla="*/ 0 w 197"/>
                <a:gd name="T3" fmla="*/ 283 h 407"/>
                <a:gd name="T4" fmla="*/ 0 w 197"/>
                <a:gd name="T5" fmla="*/ 0 h 407"/>
                <a:gd name="T6" fmla="*/ 197 w 197"/>
                <a:gd name="T7" fmla="*/ 124 h 407"/>
                <a:gd name="T8" fmla="*/ 197 w 197"/>
                <a:gd name="T9" fmla="*/ 407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407">
                  <a:moveTo>
                    <a:pt x="197" y="407"/>
                  </a:moveTo>
                  <a:lnTo>
                    <a:pt x="0" y="283"/>
                  </a:lnTo>
                  <a:lnTo>
                    <a:pt x="0" y="0"/>
                  </a:lnTo>
                  <a:lnTo>
                    <a:pt x="197" y="124"/>
                  </a:lnTo>
                  <a:lnTo>
                    <a:pt x="197" y="40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7" name="Freeform 13"/>
            <p:cNvSpPr/>
            <p:nvPr/>
          </p:nvSpPr>
          <p:spPr bwMode="auto">
            <a:xfrm>
              <a:off x="8479734" y="2370863"/>
              <a:ext cx="990481" cy="1475529"/>
            </a:xfrm>
            <a:custGeom>
              <a:avLst/>
              <a:gdLst>
                <a:gd name="T0" fmla="*/ 923 w 923"/>
                <a:gd name="T1" fmla="*/ 1375 h 1375"/>
                <a:gd name="T2" fmla="*/ 0 w 923"/>
                <a:gd name="T3" fmla="*/ 793 h 1375"/>
                <a:gd name="T4" fmla="*/ 0 w 923"/>
                <a:gd name="T5" fmla="*/ 0 h 1375"/>
                <a:gd name="T6" fmla="*/ 923 w 923"/>
                <a:gd name="T7" fmla="*/ 584 h 1375"/>
                <a:gd name="T8" fmla="*/ 923 w 923"/>
                <a:gd name="T9" fmla="*/ 1375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3" h="1375">
                  <a:moveTo>
                    <a:pt x="923" y="1375"/>
                  </a:moveTo>
                  <a:lnTo>
                    <a:pt x="0" y="793"/>
                  </a:lnTo>
                  <a:lnTo>
                    <a:pt x="0" y="0"/>
                  </a:lnTo>
                  <a:lnTo>
                    <a:pt x="923" y="584"/>
                  </a:lnTo>
                  <a:lnTo>
                    <a:pt x="923" y="1375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8" name="Freeform 14"/>
            <p:cNvSpPr/>
            <p:nvPr/>
          </p:nvSpPr>
          <p:spPr bwMode="auto">
            <a:xfrm>
              <a:off x="9470214" y="2512514"/>
              <a:ext cx="767275" cy="1333878"/>
            </a:xfrm>
            <a:custGeom>
              <a:avLst/>
              <a:gdLst>
                <a:gd name="T0" fmla="*/ 0 w 715"/>
                <a:gd name="T1" fmla="*/ 1243 h 1243"/>
                <a:gd name="T2" fmla="*/ 715 w 715"/>
                <a:gd name="T3" fmla="*/ 793 h 1243"/>
                <a:gd name="T4" fmla="*/ 715 w 715"/>
                <a:gd name="T5" fmla="*/ 0 h 1243"/>
                <a:gd name="T6" fmla="*/ 0 w 715"/>
                <a:gd name="T7" fmla="*/ 452 h 1243"/>
                <a:gd name="T8" fmla="*/ 0 w 715"/>
                <a:gd name="T9" fmla="*/ 1243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243">
                  <a:moveTo>
                    <a:pt x="0" y="1243"/>
                  </a:moveTo>
                  <a:lnTo>
                    <a:pt x="715" y="793"/>
                  </a:lnTo>
                  <a:lnTo>
                    <a:pt x="715" y="0"/>
                  </a:lnTo>
                  <a:lnTo>
                    <a:pt x="0" y="452"/>
                  </a:lnTo>
                  <a:lnTo>
                    <a:pt x="0" y="124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9" name="Freeform 15"/>
            <p:cNvSpPr/>
            <p:nvPr/>
          </p:nvSpPr>
          <p:spPr bwMode="auto">
            <a:xfrm>
              <a:off x="7708167" y="1583199"/>
              <a:ext cx="2740726" cy="1414361"/>
            </a:xfrm>
            <a:custGeom>
              <a:avLst/>
              <a:gdLst>
                <a:gd name="T0" fmla="*/ 2522 w 2554"/>
                <a:gd name="T1" fmla="*/ 20 h 1318"/>
                <a:gd name="T2" fmla="*/ 982 w 2554"/>
                <a:gd name="T3" fmla="*/ 0 h 1318"/>
                <a:gd name="T4" fmla="*/ 1179 w 2554"/>
                <a:gd name="T5" fmla="*/ 124 h 1318"/>
                <a:gd name="T6" fmla="*/ 0 w 2554"/>
                <a:gd name="T7" fmla="*/ 866 h 1318"/>
                <a:gd name="T8" fmla="*/ 255 w 2554"/>
                <a:gd name="T9" fmla="*/ 1028 h 1318"/>
                <a:gd name="T10" fmla="*/ 719 w 2554"/>
                <a:gd name="T11" fmla="*/ 734 h 1318"/>
                <a:gd name="T12" fmla="*/ 1642 w 2554"/>
                <a:gd name="T13" fmla="*/ 1318 h 1318"/>
                <a:gd name="T14" fmla="*/ 2357 w 2554"/>
                <a:gd name="T15" fmla="*/ 866 h 1318"/>
                <a:gd name="T16" fmla="*/ 2554 w 2554"/>
                <a:gd name="T17" fmla="*/ 989 h 1318"/>
                <a:gd name="T18" fmla="*/ 2522 w 2554"/>
                <a:gd name="T19" fmla="*/ 20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54" h="1318">
                  <a:moveTo>
                    <a:pt x="2522" y="20"/>
                  </a:moveTo>
                  <a:lnTo>
                    <a:pt x="982" y="0"/>
                  </a:lnTo>
                  <a:lnTo>
                    <a:pt x="1179" y="124"/>
                  </a:lnTo>
                  <a:lnTo>
                    <a:pt x="0" y="866"/>
                  </a:lnTo>
                  <a:lnTo>
                    <a:pt x="255" y="1028"/>
                  </a:lnTo>
                  <a:lnTo>
                    <a:pt x="719" y="734"/>
                  </a:lnTo>
                  <a:lnTo>
                    <a:pt x="1642" y="1318"/>
                  </a:lnTo>
                  <a:lnTo>
                    <a:pt x="2357" y="866"/>
                  </a:lnTo>
                  <a:lnTo>
                    <a:pt x="2554" y="989"/>
                  </a:lnTo>
                  <a:lnTo>
                    <a:pt x="2522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10" name="Oval 16"/>
            <p:cNvSpPr/>
            <p:nvPr/>
          </p:nvSpPr>
          <p:spPr>
            <a:xfrm>
              <a:off x="9114649" y="2186283"/>
              <a:ext cx="794133" cy="794133"/>
            </a:xfrm>
            <a:prstGeom prst="ellipse">
              <a:avLst/>
            </a:prstGeom>
            <a:noFill/>
            <a:ln w="25400">
              <a:noFill/>
            </a:ln>
            <a:scene3d>
              <a:camera prst="isometricTopUp">
                <a:rot lat="19977954" lon="19759074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FFFFFF"/>
                  </a:solidFill>
                  <a:latin typeface="Montserrat" panose="00000500000000000000" pitchFamily="50" charset="0"/>
                  <a:cs typeface="Montserrat" panose="00000500000000000000" pitchFamily="50" charset="0"/>
                </a:rPr>
                <a:t>04</a:t>
              </a:r>
              <a:endParaRPr lang="en-US" sz="2800" b="1" dirty="0">
                <a:solidFill>
                  <a:srgbClr val="FFFFFF"/>
                </a:solidFill>
                <a:latin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</p:grpSp>
      <p:grpSp>
        <p:nvGrpSpPr>
          <p:cNvPr id="11" name="Group 17"/>
          <p:cNvGrpSpPr/>
          <p:nvPr/>
        </p:nvGrpSpPr>
        <p:grpSpPr>
          <a:xfrm>
            <a:off x="7613176" y="2414864"/>
            <a:ext cx="2529324" cy="1961649"/>
            <a:chOff x="7215608" y="2590851"/>
            <a:chExt cx="2529324" cy="1961649"/>
          </a:xfrm>
        </p:grpSpPr>
        <p:sp>
          <p:nvSpPr>
            <p:cNvPr id="12" name="Freeform 12"/>
            <p:cNvSpPr/>
            <p:nvPr/>
          </p:nvSpPr>
          <p:spPr bwMode="auto">
            <a:xfrm>
              <a:off x="8977657" y="3388173"/>
              <a:ext cx="767275" cy="1164327"/>
            </a:xfrm>
            <a:custGeom>
              <a:avLst/>
              <a:gdLst>
                <a:gd name="T0" fmla="*/ 0 w 715"/>
                <a:gd name="T1" fmla="*/ 1085 h 1085"/>
                <a:gd name="T2" fmla="*/ 715 w 715"/>
                <a:gd name="T3" fmla="*/ 635 h 1085"/>
                <a:gd name="T4" fmla="*/ 715 w 715"/>
                <a:gd name="T5" fmla="*/ 0 h 1085"/>
                <a:gd name="T6" fmla="*/ 0 w 715"/>
                <a:gd name="T7" fmla="*/ 452 h 1085"/>
                <a:gd name="T8" fmla="*/ 0 w 715"/>
                <a:gd name="T9" fmla="*/ 1085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85">
                  <a:moveTo>
                    <a:pt x="0" y="1085"/>
                  </a:moveTo>
                  <a:lnTo>
                    <a:pt x="715" y="635"/>
                  </a:lnTo>
                  <a:lnTo>
                    <a:pt x="715" y="0"/>
                  </a:lnTo>
                  <a:lnTo>
                    <a:pt x="0" y="452"/>
                  </a:lnTo>
                  <a:lnTo>
                    <a:pt x="0" y="108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7489251" y="3247596"/>
              <a:ext cx="497923" cy="995847"/>
            </a:xfrm>
            <a:custGeom>
              <a:avLst/>
              <a:gdLst>
                <a:gd name="T0" fmla="*/ 0 w 464"/>
                <a:gd name="T1" fmla="*/ 928 h 928"/>
                <a:gd name="T2" fmla="*/ 464 w 464"/>
                <a:gd name="T3" fmla="*/ 634 h 928"/>
                <a:gd name="T4" fmla="*/ 464 w 464"/>
                <a:gd name="T5" fmla="*/ 0 h 928"/>
                <a:gd name="T6" fmla="*/ 0 w 464"/>
                <a:gd name="T7" fmla="*/ 293 h 928"/>
                <a:gd name="T8" fmla="*/ 0 w 464"/>
                <a:gd name="T9" fmla="*/ 92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928">
                  <a:moveTo>
                    <a:pt x="0" y="928"/>
                  </a:moveTo>
                  <a:lnTo>
                    <a:pt x="464" y="634"/>
                  </a:lnTo>
                  <a:lnTo>
                    <a:pt x="464" y="0"/>
                  </a:lnTo>
                  <a:lnTo>
                    <a:pt x="0" y="293"/>
                  </a:lnTo>
                  <a:lnTo>
                    <a:pt x="0" y="92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7215608" y="3388173"/>
              <a:ext cx="273644" cy="855271"/>
            </a:xfrm>
            <a:custGeom>
              <a:avLst/>
              <a:gdLst>
                <a:gd name="T0" fmla="*/ 255 w 255"/>
                <a:gd name="T1" fmla="*/ 797 h 797"/>
                <a:gd name="T2" fmla="*/ 0 w 255"/>
                <a:gd name="T3" fmla="*/ 635 h 797"/>
                <a:gd name="T4" fmla="*/ 0 w 255"/>
                <a:gd name="T5" fmla="*/ 0 h 797"/>
                <a:gd name="T6" fmla="*/ 255 w 255"/>
                <a:gd name="T7" fmla="*/ 162 h 797"/>
                <a:gd name="T8" fmla="*/ 255 w 255"/>
                <a:gd name="T9" fmla="*/ 797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" h="797">
                  <a:moveTo>
                    <a:pt x="255" y="797"/>
                  </a:moveTo>
                  <a:lnTo>
                    <a:pt x="0" y="635"/>
                  </a:lnTo>
                  <a:lnTo>
                    <a:pt x="0" y="0"/>
                  </a:lnTo>
                  <a:lnTo>
                    <a:pt x="255" y="162"/>
                  </a:lnTo>
                  <a:lnTo>
                    <a:pt x="255" y="79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7987175" y="3247596"/>
              <a:ext cx="990481" cy="1304904"/>
            </a:xfrm>
            <a:custGeom>
              <a:avLst/>
              <a:gdLst>
                <a:gd name="T0" fmla="*/ 923 w 923"/>
                <a:gd name="T1" fmla="*/ 1216 h 1216"/>
                <a:gd name="T2" fmla="*/ 0 w 923"/>
                <a:gd name="T3" fmla="*/ 634 h 1216"/>
                <a:gd name="T4" fmla="*/ 0 w 923"/>
                <a:gd name="T5" fmla="*/ 0 h 1216"/>
                <a:gd name="T6" fmla="*/ 923 w 923"/>
                <a:gd name="T7" fmla="*/ 583 h 1216"/>
                <a:gd name="T8" fmla="*/ 923 w 923"/>
                <a:gd name="T9" fmla="*/ 1216 h 1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3" h="1216">
                  <a:moveTo>
                    <a:pt x="923" y="1216"/>
                  </a:moveTo>
                  <a:lnTo>
                    <a:pt x="0" y="634"/>
                  </a:lnTo>
                  <a:lnTo>
                    <a:pt x="0" y="0"/>
                  </a:lnTo>
                  <a:lnTo>
                    <a:pt x="923" y="583"/>
                  </a:lnTo>
                  <a:lnTo>
                    <a:pt x="923" y="121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7215608" y="2590851"/>
              <a:ext cx="2529324" cy="1282369"/>
            </a:xfrm>
            <a:custGeom>
              <a:avLst/>
              <a:gdLst>
                <a:gd name="T0" fmla="*/ 719 w 2357"/>
                <a:gd name="T1" fmla="*/ 612 h 1195"/>
                <a:gd name="T2" fmla="*/ 1642 w 2357"/>
                <a:gd name="T3" fmla="*/ 1195 h 1195"/>
                <a:gd name="T4" fmla="*/ 2357 w 2357"/>
                <a:gd name="T5" fmla="*/ 743 h 1195"/>
                <a:gd name="T6" fmla="*/ 1178 w 2357"/>
                <a:gd name="T7" fmla="*/ 0 h 1195"/>
                <a:gd name="T8" fmla="*/ 0 w 2357"/>
                <a:gd name="T9" fmla="*/ 743 h 1195"/>
                <a:gd name="T10" fmla="*/ 255 w 2357"/>
                <a:gd name="T11" fmla="*/ 905 h 1195"/>
                <a:gd name="T12" fmla="*/ 719 w 2357"/>
                <a:gd name="T13" fmla="*/ 612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7" h="1195">
                  <a:moveTo>
                    <a:pt x="719" y="612"/>
                  </a:moveTo>
                  <a:lnTo>
                    <a:pt x="1642" y="1195"/>
                  </a:lnTo>
                  <a:lnTo>
                    <a:pt x="2357" y="743"/>
                  </a:lnTo>
                  <a:lnTo>
                    <a:pt x="1178" y="0"/>
                  </a:lnTo>
                  <a:lnTo>
                    <a:pt x="0" y="743"/>
                  </a:lnTo>
                  <a:lnTo>
                    <a:pt x="255" y="905"/>
                  </a:lnTo>
                  <a:lnTo>
                    <a:pt x="719" y="6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17" name="Oval 23"/>
            <p:cNvSpPr/>
            <p:nvPr/>
          </p:nvSpPr>
          <p:spPr>
            <a:xfrm>
              <a:off x="8622091" y="3061942"/>
              <a:ext cx="794133" cy="794133"/>
            </a:xfrm>
            <a:prstGeom prst="ellipse">
              <a:avLst/>
            </a:prstGeom>
            <a:noFill/>
            <a:ln>
              <a:noFill/>
            </a:ln>
            <a:scene3d>
              <a:camera prst="isometricTopUp">
                <a:rot lat="19977954" lon="19759074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FFFFFF"/>
                  </a:solidFill>
                  <a:latin typeface="Montserrat" panose="00000500000000000000" pitchFamily="50" charset="0"/>
                  <a:cs typeface="Montserrat" panose="00000500000000000000" pitchFamily="50" charset="0"/>
                </a:rPr>
                <a:t>03</a:t>
              </a:r>
              <a:endParaRPr lang="en-US" sz="2800" dirty="0">
                <a:solidFill>
                  <a:srgbClr val="FFFFFF"/>
                </a:solidFill>
                <a:latin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</p:grpSp>
      <p:grpSp>
        <p:nvGrpSpPr>
          <p:cNvPr id="18" name="Group 24"/>
          <p:cNvGrpSpPr/>
          <p:nvPr/>
        </p:nvGrpSpPr>
        <p:grpSpPr>
          <a:xfrm>
            <a:off x="7118471" y="3291596"/>
            <a:ext cx="2530398" cy="1791024"/>
            <a:chOff x="6720903" y="3467583"/>
            <a:chExt cx="2530398" cy="1791024"/>
          </a:xfrm>
        </p:grpSpPr>
        <p:sp>
          <p:nvSpPr>
            <p:cNvPr id="19" name="Freeform 17"/>
            <p:cNvSpPr/>
            <p:nvPr/>
          </p:nvSpPr>
          <p:spPr bwMode="auto">
            <a:xfrm>
              <a:off x="8482953" y="4264906"/>
              <a:ext cx="768348" cy="993701"/>
            </a:xfrm>
            <a:custGeom>
              <a:avLst/>
              <a:gdLst>
                <a:gd name="T0" fmla="*/ 0 w 716"/>
                <a:gd name="T1" fmla="*/ 926 h 926"/>
                <a:gd name="T2" fmla="*/ 716 w 716"/>
                <a:gd name="T3" fmla="*/ 476 h 926"/>
                <a:gd name="T4" fmla="*/ 716 w 716"/>
                <a:gd name="T5" fmla="*/ 0 h 926"/>
                <a:gd name="T6" fmla="*/ 0 w 716"/>
                <a:gd name="T7" fmla="*/ 452 h 926"/>
                <a:gd name="T8" fmla="*/ 0 w 716"/>
                <a:gd name="T9" fmla="*/ 926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6" h="926">
                  <a:moveTo>
                    <a:pt x="0" y="926"/>
                  </a:moveTo>
                  <a:lnTo>
                    <a:pt x="716" y="476"/>
                  </a:lnTo>
                  <a:lnTo>
                    <a:pt x="716" y="0"/>
                  </a:lnTo>
                  <a:lnTo>
                    <a:pt x="0" y="452"/>
                  </a:lnTo>
                  <a:lnTo>
                    <a:pt x="0" y="92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6996693" y="4124328"/>
              <a:ext cx="496851" cy="825223"/>
            </a:xfrm>
            <a:custGeom>
              <a:avLst/>
              <a:gdLst>
                <a:gd name="T0" fmla="*/ 0 w 463"/>
                <a:gd name="T1" fmla="*/ 769 h 769"/>
                <a:gd name="T2" fmla="*/ 463 w 463"/>
                <a:gd name="T3" fmla="*/ 475 h 769"/>
                <a:gd name="T4" fmla="*/ 463 w 463"/>
                <a:gd name="T5" fmla="*/ 0 h 769"/>
                <a:gd name="T6" fmla="*/ 0 w 463"/>
                <a:gd name="T7" fmla="*/ 293 h 769"/>
                <a:gd name="T8" fmla="*/ 0 w 463"/>
                <a:gd name="T9" fmla="*/ 769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769">
                  <a:moveTo>
                    <a:pt x="0" y="769"/>
                  </a:moveTo>
                  <a:lnTo>
                    <a:pt x="463" y="475"/>
                  </a:lnTo>
                  <a:lnTo>
                    <a:pt x="463" y="0"/>
                  </a:lnTo>
                  <a:lnTo>
                    <a:pt x="0" y="293"/>
                  </a:lnTo>
                  <a:lnTo>
                    <a:pt x="0" y="769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7493543" y="4124328"/>
              <a:ext cx="989409" cy="1134279"/>
            </a:xfrm>
            <a:custGeom>
              <a:avLst/>
              <a:gdLst>
                <a:gd name="T0" fmla="*/ 922 w 922"/>
                <a:gd name="T1" fmla="*/ 1057 h 1057"/>
                <a:gd name="T2" fmla="*/ 0 w 922"/>
                <a:gd name="T3" fmla="*/ 475 h 1057"/>
                <a:gd name="T4" fmla="*/ 0 w 922"/>
                <a:gd name="T5" fmla="*/ 0 h 1057"/>
                <a:gd name="T6" fmla="*/ 922 w 922"/>
                <a:gd name="T7" fmla="*/ 583 h 1057"/>
                <a:gd name="T8" fmla="*/ 922 w 922"/>
                <a:gd name="T9" fmla="*/ 1057 h 10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2" h="1057">
                  <a:moveTo>
                    <a:pt x="922" y="1057"/>
                  </a:moveTo>
                  <a:lnTo>
                    <a:pt x="0" y="475"/>
                  </a:lnTo>
                  <a:lnTo>
                    <a:pt x="0" y="0"/>
                  </a:lnTo>
                  <a:lnTo>
                    <a:pt x="922" y="583"/>
                  </a:lnTo>
                  <a:lnTo>
                    <a:pt x="922" y="105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6720903" y="4264906"/>
              <a:ext cx="275789" cy="684645"/>
            </a:xfrm>
            <a:custGeom>
              <a:avLst/>
              <a:gdLst>
                <a:gd name="T0" fmla="*/ 257 w 257"/>
                <a:gd name="T1" fmla="*/ 638 h 638"/>
                <a:gd name="T2" fmla="*/ 0 w 257"/>
                <a:gd name="T3" fmla="*/ 476 h 638"/>
                <a:gd name="T4" fmla="*/ 0 w 257"/>
                <a:gd name="T5" fmla="*/ 0 h 638"/>
                <a:gd name="T6" fmla="*/ 257 w 257"/>
                <a:gd name="T7" fmla="*/ 162 h 638"/>
                <a:gd name="T8" fmla="*/ 257 w 257"/>
                <a:gd name="T9" fmla="*/ 638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638">
                  <a:moveTo>
                    <a:pt x="257" y="638"/>
                  </a:moveTo>
                  <a:lnTo>
                    <a:pt x="0" y="476"/>
                  </a:lnTo>
                  <a:lnTo>
                    <a:pt x="0" y="0"/>
                  </a:lnTo>
                  <a:lnTo>
                    <a:pt x="257" y="162"/>
                  </a:lnTo>
                  <a:lnTo>
                    <a:pt x="257" y="638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6720903" y="3467583"/>
              <a:ext cx="2530397" cy="1282369"/>
            </a:xfrm>
            <a:custGeom>
              <a:avLst/>
              <a:gdLst>
                <a:gd name="T0" fmla="*/ 720 w 2358"/>
                <a:gd name="T1" fmla="*/ 612 h 1195"/>
                <a:gd name="T2" fmla="*/ 1642 w 2358"/>
                <a:gd name="T3" fmla="*/ 1195 h 1195"/>
                <a:gd name="T4" fmla="*/ 2358 w 2358"/>
                <a:gd name="T5" fmla="*/ 743 h 1195"/>
                <a:gd name="T6" fmla="*/ 1180 w 2358"/>
                <a:gd name="T7" fmla="*/ 0 h 1195"/>
                <a:gd name="T8" fmla="*/ 0 w 2358"/>
                <a:gd name="T9" fmla="*/ 743 h 1195"/>
                <a:gd name="T10" fmla="*/ 257 w 2358"/>
                <a:gd name="T11" fmla="*/ 905 h 1195"/>
                <a:gd name="T12" fmla="*/ 720 w 2358"/>
                <a:gd name="T13" fmla="*/ 612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8" h="1195">
                  <a:moveTo>
                    <a:pt x="720" y="612"/>
                  </a:moveTo>
                  <a:lnTo>
                    <a:pt x="1642" y="1195"/>
                  </a:lnTo>
                  <a:lnTo>
                    <a:pt x="2358" y="743"/>
                  </a:lnTo>
                  <a:lnTo>
                    <a:pt x="1180" y="0"/>
                  </a:lnTo>
                  <a:lnTo>
                    <a:pt x="0" y="743"/>
                  </a:lnTo>
                  <a:lnTo>
                    <a:pt x="257" y="905"/>
                  </a:lnTo>
                  <a:lnTo>
                    <a:pt x="720" y="6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4" name="Oval 30"/>
            <p:cNvSpPr/>
            <p:nvPr/>
          </p:nvSpPr>
          <p:spPr>
            <a:xfrm>
              <a:off x="8127386" y="3938674"/>
              <a:ext cx="794133" cy="794133"/>
            </a:xfrm>
            <a:prstGeom prst="ellipse">
              <a:avLst/>
            </a:prstGeom>
            <a:noFill/>
            <a:ln>
              <a:noFill/>
            </a:ln>
            <a:scene3d>
              <a:camera prst="isometricTopUp">
                <a:rot lat="19977954" lon="19759074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FFFFFF"/>
                  </a:solidFill>
                  <a:latin typeface="Montserrat" panose="00000500000000000000" pitchFamily="50" charset="0"/>
                  <a:cs typeface="Montserrat" panose="00000500000000000000" pitchFamily="50" charset="0"/>
                </a:rPr>
                <a:t>02</a:t>
              </a:r>
              <a:endParaRPr lang="en-US" sz="2800" dirty="0">
                <a:solidFill>
                  <a:srgbClr val="FFFFFF"/>
                </a:solidFill>
                <a:latin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</p:grpSp>
      <p:grpSp>
        <p:nvGrpSpPr>
          <p:cNvPr id="25" name="Group 31"/>
          <p:cNvGrpSpPr/>
          <p:nvPr/>
        </p:nvGrpSpPr>
        <p:grpSpPr>
          <a:xfrm>
            <a:off x="6626986" y="4167255"/>
            <a:ext cx="2529324" cy="1935894"/>
            <a:chOff x="6229418" y="4343242"/>
            <a:chExt cx="2529324" cy="1935894"/>
          </a:xfrm>
        </p:grpSpPr>
        <p:sp>
          <p:nvSpPr>
            <p:cNvPr id="26" name="Freeform 22"/>
            <p:cNvSpPr/>
            <p:nvPr/>
          </p:nvSpPr>
          <p:spPr bwMode="auto">
            <a:xfrm>
              <a:off x="7493543" y="5141637"/>
              <a:ext cx="1265199" cy="1137499"/>
            </a:xfrm>
            <a:custGeom>
              <a:avLst/>
              <a:gdLst>
                <a:gd name="T0" fmla="*/ 0 w 1179"/>
                <a:gd name="T1" fmla="*/ 1060 h 1060"/>
                <a:gd name="T2" fmla="*/ 1179 w 1179"/>
                <a:gd name="T3" fmla="*/ 317 h 1060"/>
                <a:gd name="T4" fmla="*/ 1179 w 1179"/>
                <a:gd name="T5" fmla="*/ 0 h 1060"/>
                <a:gd name="T6" fmla="*/ 0 w 1179"/>
                <a:gd name="T7" fmla="*/ 743 h 1060"/>
                <a:gd name="T8" fmla="*/ 0 w 1179"/>
                <a:gd name="T9" fmla="*/ 1060 h 1060"/>
                <a:gd name="T10" fmla="*/ 0 w 1179"/>
                <a:gd name="T11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9" h="1060">
                  <a:moveTo>
                    <a:pt x="0" y="1060"/>
                  </a:moveTo>
                  <a:lnTo>
                    <a:pt x="1179" y="317"/>
                  </a:lnTo>
                  <a:lnTo>
                    <a:pt x="1179" y="0"/>
                  </a:lnTo>
                  <a:lnTo>
                    <a:pt x="0" y="743"/>
                  </a:lnTo>
                  <a:lnTo>
                    <a:pt x="0" y="1060"/>
                  </a:lnTo>
                  <a:lnTo>
                    <a:pt x="0" y="106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6229418" y="5141637"/>
              <a:ext cx="1264125" cy="1137499"/>
            </a:xfrm>
            <a:custGeom>
              <a:avLst/>
              <a:gdLst>
                <a:gd name="T0" fmla="*/ 1178 w 1178"/>
                <a:gd name="T1" fmla="*/ 1060 h 1060"/>
                <a:gd name="T2" fmla="*/ 0 w 1178"/>
                <a:gd name="T3" fmla="*/ 317 h 1060"/>
                <a:gd name="T4" fmla="*/ 0 w 1178"/>
                <a:gd name="T5" fmla="*/ 0 h 1060"/>
                <a:gd name="T6" fmla="*/ 1178 w 1178"/>
                <a:gd name="T7" fmla="*/ 743 h 1060"/>
                <a:gd name="T8" fmla="*/ 1178 w 1178"/>
                <a:gd name="T9" fmla="*/ 1060 h 1060"/>
                <a:gd name="T10" fmla="*/ 1178 w 1178"/>
                <a:gd name="T11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78" h="1060">
                  <a:moveTo>
                    <a:pt x="1178" y="1060"/>
                  </a:moveTo>
                  <a:lnTo>
                    <a:pt x="0" y="317"/>
                  </a:lnTo>
                  <a:lnTo>
                    <a:pt x="0" y="0"/>
                  </a:lnTo>
                  <a:lnTo>
                    <a:pt x="1178" y="743"/>
                  </a:lnTo>
                  <a:lnTo>
                    <a:pt x="1178" y="1060"/>
                  </a:lnTo>
                  <a:lnTo>
                    <a:pt x="1178" y="106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6229418" y="4343242"/>
              <a:ext cx="2529324" cy="1595718"/>
            </a:xfrm>
            <a:custGeom>
              <a:avLst/>
              <a:gdLst>
                <a:gd name="T0" fmla="*/ 0 w 2357"/>
                <a:gd name="T1" fmla="*/ 744 h 1487"/>
                <a:gd name="T2" fmla="*/ 1178 w 2357"/>
                <a:gd name="T3" fmla="*/ 0 h 1487"/>
                <a:gd name="T4" fmla="*/ 2357 w 2357"/>
                <a:gd name="T5" fmla="*/ 744 h 1487"/>
                <a:gd name="T6" fmla="*/ 1178 w 2357"/>
                <a:gd name="T7" fmla="*/ 1487 h 1487"/>
                <a:gd name="T8" fmla="*/ 0 w 2357"/>
                <a:gd name="T9" fmla="*/ 744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57" h="1487">
                  <a:moveTo>
                    <a:pt x="0" y="744"/>
                  </a:moveTo>
                  <a:lnTo>
                    <a:pt x="1178" y="0"/>
                  </a:lnTo>
                  <a:lnTo>
                    <a:pt x="2357" y="744"/>
                  </a:lnTo>
                  <a:lnTo>
                    <a:pt x="1178" y="1487"/>
                  </a:lnTo>
                  <a:lnTo>
                    <a:pt x="0" y="7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800">
                <a:latin typeface="Montserrat" panose="00000500000000000000" pitchFamily="50" charset="0"/>
              </a:endParaRPr>
            </a:p>
          </p:txBody>
        </p:sp>
        <p:sp>
          <p:nvSpPr>
            <p:cNvPr id="29" name="Oval 35"/>
            <p:cNvSpPr/>
            <p:nvPr/>
          </p:nvSpPr>
          <p:spPr>
            <a:xfrm>
              <a:off x="7635901" y="4815406"/>
              <a:ext cx="794133" cy="794133"/>
            </a:xfrm>
            <a:prstGeom prst="ellipse">
              <a:avLst/>
            </a:prstGeom>
            <a:noFill/>
            <a:ln w="25400">
              <a:noFill/>
            </a:ln>
            <a:scene3d>
              <a:camera prst="isometricTopUp">
                <a:rot lat="19977954" lon="19759074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800" dirty="0">
                  <a:solidFill>
                    <a:srgbClr val="FFFFFF"/>
                  </a:solidFill>
                  <a:latin typeface="Montserrat" panose="00000500000000000000" pitchFamily="50" charset="0"/>
                  <a:cs typeface="Montserrat" panose="00000500000000000000" pitchFamily="50" charset="0"/>
                </a:rPr>
                <a:t>01</a:t>
              </a:r>
              <a:endParaRPr lang="en-US" sz="2800" dirty="0">
                <a:solidFill>
                  <a:srgbClr val="FFFFFF"/>
                </a:solidFill>
                <a:latin typeface="Montserrat" panose="00000500000000000000" pitchFamily="50" charset="0"/>
                <a:cs typeface="Montserrat" panose="00000500000000000000" pitchFamily="50" charset="0"/>
              </a:endParaRPr>
            </a:p>
          </p:txBody>
        </p:sp>
      </p:grpSp>
      <p:cxnSp>
        <p:nvCxnSpPr>
          <p:cNvPr id="30" name="Straight Arrow Connector 48"/>
          <p:cNvCxnSpPr/>
          <p:nvPr/>
        </p:nvCxnSpPr>
        <p:spPr>
          <a:xfrm>
            <a:off x="4646138" y="5433552"/>
            <a:ext cx="1827233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9"/>
          <p:cNvCxnSpPr/>
          <p:nvPr/>
        </p:nvCxnSpPr>
        <p:spPr>
          <a:xfrm>
            <a:off x="4646138" y="2134771"/>
            <a:ext cx="3240681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52"/>
          <p:cNvCxnSpPr/>
          <p:nvPr/>
        </p:nvCxnSpPr>
        <p:spPr>
          <a:xfrm>
            <a:off x="4646138" y="4333959"/>
            <a:ext cx="2291691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53"/>
          <p:cNvCxnSpPr/>
          <p:nvPr/>
        </p:nvCxnSpPr>
        <p:spPr>
          <a:xfrm>
            <a:off x="4646138" y="3234365"/>
            <a:ext cx="2748122" cy="0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8"/>
          <p:cNvSpPr/>
          <p:nvPr/>
        </p:nvSpPr>
        <p:spPr>
          <a:xfrm>
            <a:off x="500438" y="988146"/>
            <a:ext cx="2898082" cy="138607"/>
          </a:xfrm>
          <a:custGeom>
            <a:avLst/>
            <a:gdLst>
              <a:gd name="connsiteX0" fmla="*/ 4047218 w 4250507"/>
              <a:gd name="connsiteY0" fmla="*/ 1 h 203290"/>
              <a:gd name="connsiteX1" fmla="*/ 4250507 w 4250507"/>
              <a:gd name="connsiteY1" fmla="*/ 1 h 203290"/>
              <a:gd name="connsiteX2" fmla="*/ 4250507 w 4250507"/>
              <a:gd name="connsiteY2" fmla="*/ 203290 h 203290"/>
              <a:gd name="connsiteX3" fmla="*/ 4047218 w 4250507"/>
              <a:gd name="connsiteY3" fmla="*/ 203290 h 203290"/>
              <a:gd name="connsiteX4" fmla="*/ 3735932 w 4250507"/>
              <a:gd name="connsiteY4" fmla="*/ 1 h 203290"/>
              <a:gd name="connsiteX5" fmla="*/ 3939221 w 4250507"/>
              <a:gd name="connsiteY5" fmla="*/ 1 h 203290"/>
              <a:gd name="connsiteX6" fmla="*/ 3939221 w 4250507"/>
              <a:gd name="connsiteY6" fmla="*/ 203290 h 203290"/>
              <a:gd name="connsiteX7" fmla="*/ 3735932 w 4250507"/>
              <a:gd name="connsiteY7" fmla="*/ 203290 h 203290"/>
              <a:gd name="connsiteX8" fmla="*/ 3424646 w 4250507"/>
              <a:gd name="connsiteY8" fmla="*/ 1 h 203290"/>
              <a:gd name="connsiteX9" fmla="*/ 3627935 w 4250507"/>
              <a:gd name="connsiteY9" fmla="*/ 1 h 203290"/>
              <a:gd name="connsiteX10" fmla="*/ 3627935 w 4250507"/>
              <a:gd name="connsiteY10" fmla="*/ 203290 h 203290"/>
              <a:gd name="connsiteX11" fmla="*/ 3424646 w 4250507"/>
              <a:gd name="connsiteY11" fmla="*/ 203290 h 203290"/>
              <a:gd name="connsiteX12" fmla="*/ 3113360 w 4250507"/>
              <a:gd name="connsiteY12" fmla="*/ 1 h 203290"/>
              <a:gd name="connsiteX13" fmla="*/ 3316649 w 4250507"/>
              <a:gd name="connsiteY13" fmla="*/ 1 h 203290"/>
              <a:gd name="connsiteX14" fmla="*/ 3316649 w 4250507"/>
              <a:gd name="connsiteY14" fmla="*/ 203290 h 203290"/>
              <a:gd name="connsiteX15" fmla="*/ 3113360 w 4250507"/>
              <a:gd name="connsiteY15" fmla="*/ 203290 h 203290"/>
              <a:gd name="connsiteX16" fmla="*/ 2802073 w 4250507"/>
              <a:gd name="connsiteY16" fmla="*/ 1 h 203290"/>
              <a:gd name="connsiteX17" fmla="*/ 3005362 w 4250507"/>
              <a:gd name="connsiteY17" fmla="*/ 1 h 203290"/>
              <a:gd name="connsiteX18" fmla="*/ 3005362 w 4250507"/>
              <a:gd name="connsiteY18" fmla="*/ 203290 h 203290"/>
              <a:gd name="connsiteX19" fmla="*/ 2802073 w 4250507"/>
              <a:gd name="connsiteY19" fmla="*/ 203290 h 203290"/>
              <a:gd name="connsiteX20" fmla="*/ 2490787 w 4250507"/>
              <a:gd name="connsiteY20" fmla="*/ 1 h 203290"/>
              <a:gd name="connsiteX21" fmla="*/ 2694076 w 4250507"/>
              <a:gd name="connsiteY21" fmla="*/ 1 h 203290"/>
              <a:gd name="connsiteX22" fmla="*/ 2694076 w 4250507"/>
              <a:gd name="connsiteY22" fmla="*/ 203290 h 203290"/>
              <a:gd name="connsiteX23" fmla="*/ 2490787 w 4250507"/>
              <a:gd name="connsiteY23" fmla="*/ 203290 h 203290"/>
              <a:gd name="connsiteX24" fmla="*/ 2179501 w 4250507"/>
              <a:gd name="connsiteY24" fmla="*/ 1 h 203290"/>
              <a:gd name="connsiteX25" fmla="*/ 2382790 w 4250507"/>
              <a:gd name="connsiteY25" fmla="*/ 1 h 203290"/>
              <a:gd name="connsiteX26" fmla="*/ 2382790 w 4250507"/>
              <a:gd name="connsiteY26" fmla="*/ 203290 h 203290"/>
              <a:gd name="connsiteX27" fmla="*/ 2179501 w 4250507"/>
              <a:gd name="connsiteY27" fmla="*/ 203290 h 203290"/>
              <a:gd name="connsiteX28" fmla="*/ 1868215 w 4250507"/>
              <a:gd name="connsiteY28" fmla="*/ 1 h 203290"/>
              <a:gd name="connsiteX29" fmla="*/ 2071504 w 4250507"/>
              <a:gd name="connsiteY29" fmla="*/ 1 h 203290"/>
              <a:gd name="connsiteX30" fmla="*/ 2071504 w 4250507"/>
              <a:gd name="connsiteY30" fmla="*/ 203290 h 203290"/>
              <a:gd name="connsiteX31" fmla="*/ 1868215 w 4250507"/>
              <a:gd name="connsiteY31" fmla="*/ 203290 h 203290"/>
              <a:gd name="connsiteX32" fmla="*/ 1556430 w 4250507"/>
              <a:gd name="connsiteY32" fmla="*/ 0 h 203290"/>
              <a:gd name="connsiteX33" fmla="*/ 1759719 w 4250507"/>
              <a:gd name="connsiteY33" fmla="*/ 0 h 203290"/>
              <a:gd name="connsiteX34" fmla="*/ 1759719 w 4250507"/>
              <a:gd name="connsiteY34" fmla="*/ 203289 h 203290"/>
              <a:gd name="connsiteX35" fmla="*/ 1556430 w 4250507"/>
              <a:gd name="connsiteY35" fmla="*/ 203289 h 203290"/>
              <a:gd name="connsiteX36" fmla="*/ 1245144 w 4250507"/>
              <a:gd name="connsiteY36" fmla="*/ 0 h 203290"/>
              <a:gd name="connsiteX37" fmla="*/ 1448433 w 4250507"/>
              <a:gd name="connsiteY37" fmla="*/ 0 h 203290"/>
              <a:gd name="connsiteX38" fmla="*/ 1448433 w 4250507"/>
              <a:gd name="connsiteY38" fmla="*/ 203289 h 203290"/>
              <a:gd name="connsiteX39" fmla="*/ 1245144 w 4250507"/>
              <a:gd name="connsiteY39" fmla="*/ 203289 h 203290"/>
              <a:gd name="connsiteX40" fmla="*/ 933858 w 4250507"/>
              <a:gd name="connsiteY40" fmla="*/ 0 h 203290"/>
              <a:gd name="connsiteX41" fmla="*/ 1137147 w 4250507"/>
              <a:gd name="connsiteY41" fmla="*/ 0 h 203290"/>
              <a:gd name="connsiteX42" fmla="*/ 1137147 w 4250507"/>
              <a:gd name="connsiteY42" fmla="*/ 203289 h 203290"/>
              <a:gd name="connsiteX43" fmla="*/ 933858 w 4250507"/>
              <a:gd name="connsiteY43" fmla="*/ 203289 h 203290"/>
              <a:gd name="connsiteX44" fmla="*/ 622572 w 4250507"/>
              <a:gd name="connsiteY44" fmla="*/ 0 h 203290"/>
              <a:gd name="connsiteX45" fmla="*/ 825861 w 4250507"/>
              <a:gd name="connsiteY45" fmla="*/ 0 h 203290"/>
              <a:gd name="connsiteX46" fmla="*/ 825861 w 4250507"/>
              <a:gd name="connsiteY46" fmla="*/ 203289 h 203290"/>
              <a:gd name="connsiteX47" fmla="*/ 622572 w 4250507"/>
              <a:gd name="connsiteY47" fmla="*/ 203289 h 203290"/>
              <a:gd name="connsiteX48" fmla="*/ 311286 w 4250507"/>
              <a:gd name="connsiteY48" fmla="*/ 0 h 203290"/>
              <a:gd name="connsiteX49" fmla="*/ 514575 w 4250507"/>
              <a:gd name="connsiteY49" fmla="*/ 0 h 203290"/>
              <a:gd name="connsiteX50" fmla="*/ 514575 w 4250507"/>
              <a:gd name="connsiteY50" fmla="*/ 203289 h 203290"/>
              <a:gd name="connsiteX51" fmla="*/ 311286 w 4250507"/>
              <a:gd name="connsiteY51" fmla="*/ 203289 h 203290"/>
              <a:gd name="connsiteX52" fmla="*/ 0 w 4250507"/>
              <a:gd name="connsiteY52" fmla="*/ 0 h 203290"/>
              <a:gd name="connsiteX53" fmla="*/ 203288 w 4250507"/>
              <a:gd name="connsiteY53" fmla="*/ 0 h 203290"/>
              <a:gd name="connsiteX54" fmla="*/ 203288 w 4250507"/>
              <a:gd name="connsiteY54" fmla="*/ 203289 h 203290"/>
              <a:gd name="connsiteX55" fmla="*/ 0 w 4250507"/>
              <a:gd name="connsiteY55" fmla="*/ 203289 h 203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250507" h="203290">
                <a:moveTo>
                  <a:pt x="4047218" y="1"/>
                </a:moveTo>
                <a:lnTo>
                  <a:pt x="4250507" y="1"/>
                </a:lnTo>
                <a:lnTo>
                  <a:pt x="4250507" y="203290"/>
                </a:lnTo>
                <a:lnTo>
                  <a:pt x="4047218" y="203290"/>
                </a:lnTo>
                <a:close/>
                <a:moveTo>
                  <a:pt x="3735932" y="1"/>
                </a:moveTo>
                <a:lnTo>
                  <a:pt x="3939221" y="1"/>
                </a:lnTo>
                <a:lnTo>
                  <a:pt x="3939221" y="203290"/>
                </a:lnTo>
                <a:lnTo>
                  <a:pt x="3735932" y="203290"/>
                </a:lnTo>
                <a:close/>
                <a:moveTo>
                  <a:pt x="3424646" y="1"/>
                </a:moveTo>
                <a:lnTo>
                  <a:pt x="3627935" y="1"/>
                </a:lnTo>
                <a:lnTo>
                  <a:pt x="3627935" y="203290"/>
                </a:lnTo>
                <a:lnTo>
                  <a:pt x="3424646" y="203290"/>
                </a:lnTo>
                <a:close/>
                <a:moveTo>
                  <a:pt x="3113360" y="1"/>
                </a:moveTo>
                <a:lnTo>
                  <a:pt x="3316649" y="1"/>
                </a:lnTo>
                <a:lnTo>
                  <a:pt x="3316649" y="203290"/>
                </a:lnTo>
                <a:lnTo>
                  <a:pt x="3113360" y="203290"/>
                </a:lnTo>
                <a:close/>
                <a:moveTo>
                  <a:pt x="2802073" y="1"/>
                </a:moveTo>
                <a:lnTo>
                  <a:pt x="3005362" y="1"/>
                </a:lnTo>
                <a:lnTo>
                  <a:pt x="3005362" y="203290"/>
                </a:lnTo>
                <a:lnTo>
                  <a:pt x="2802073" y="203290"/>
                </a:lnTo>
                <a:close/>
                <a:moveTo>
                  <a:pt x="2490787" y="1"/>
                </a:moveTo>
                <a:lnTo>
                  <a:pt x="2694076" y="1"/>
                </a:lnTo>
                <a:lnTo>
                  <a:pt x="2694076" y="203290"/>
                </a:lnTo>
                <a:lnTo>
                  <a:pt x="2490787" y="203290"/>
                </a:lnTo>
                <a:close/>
                <a:moveTo>
                  <a:pt x="2179501" y="1"/>
                </a:moveTo>
                <a:lnTo>
                  <a:pt x="2382790" y="1"/>
                </a:lnTo>
                <a:lnTo>
                  <a:pt x="2382790" y="203290"/>
                </a:lnTo>
                <a:lnTo>
                  <a:pt x="2179501" y="203290"/>
                </a:lnTo>
                <a:close/>
                <a:moveTo>
                  <a:pt x="1868215" y="1"/>
                </a:moveTo>
                <a:lnTo>
                  <a:pt x="2071504" y="1"/>
                </a:lnTo>
                <a:lnTo>
                  <a:pt x="2071504" y="203290"/>
                </a:lnTo>
                <a:lnTo>
                  <a:pt x="1868215" y="203290"/>
                </a:lnTo>
                <a:close/>
                <a:moveTo>
                  <a:pt x="1556430" y="0"/>
                </a:moveTo>
                <a:lnTo>
                  <a:pt x="1759719" y="0"/>
                </a:lnTo>
                <a:lnTo>
                  <a:pt x="1759719" y="203289"/>
                </a:lnTo>
                <a:lnTo>
                  <a:pt x="1556430" y="203289"/>
                </a:lnTo>
                <a:close/>
                <a:moveTo>
                  <a:pt x="1245144" y="0"/>
                </a:moveTo>
                <a:lnTo>
                  <a:pt x="1448433" y="0"/>
                </a:lnTo>
                <a:lnTo>
                  <a:pt x="1448433" y="203289"/>
                </a:lnTo>
                <a:lnTo>
                  <a:pt x="1245144" y="203289"/>
                </a:lnTo>
                <a:close/>
                <a:moveTo>
                  <a:pt x="933858" y="0"/>
                </a:moveTo>
                <a:lnTo>
                  <a:pt x="1137147" y="0"/>
                </a:lnTo>
                <a:lnTo>
                  <a:pt x="1137147" y="203289"/>
                </a:lnTo>
                <a:lnTo>
                  <a:pt x="933858" y="203289"/>
                </a:lnTo>
                <a:close/>
                <a:moveTo>
                  <a:pt x="622572" y="0"/>
                </a:moveTo>
                <a:lnTo>
                  <a:pt x="825861" y="0"/>
                </a:lnTo>
                <a:lnTo>
                  <a:pt x="825861" y="203289"/>
                </a:lnTo>
                <a:lnTo>
                  <a:pt x="622572" y="203289"/>
                </a:lnTo>
                <a:close/>
                <a:moveTo>
                  <a:pt x="311286" y="0"/>
                </a:moveTo>
                <a:lnTo>
                  <a:pt x="514575" y="0"/>
                </a:lnTo>
                <a:lnTo>
                  <a:pt x="514575" y="203289"/>
                </a:lnTo>
                <a:lnTo>
                  <a:pt x="311286" y="203289"/>
                </a:lnTo>
                <a:close/>
                <a:moveTo>
                  <a:pt x="0" y="0"/>
                </a:moveTo>
                <a:lnTo>
                  <a:pt x="203288" y="0"/>
                </a:lnTo>
                <a:lnTo>
                  <a:pt x="203288" y="203289"/>
                </a:lnTo>
                <a:lnTo>
                  <a:pt x="0" y="2032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7"/>
          <p:cNvSpPr txBox="1"/>
          <p:nvPr/>
        </p:nvSpPr>
        <p:spPr>
          <a:xfrm>
            <a:off x="341273" y="39916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</a:rPr>
              <a:t>添加页面标题内容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</a:endParaRPr>
          </a:p>
        </p:txBody>
      </p:sp>
      <p:sp>
        <p:nvSpPr>
          <p:cNvPr id="38" name="Rectangle 29"/>
          <p:cNvSpPr/>
          <p:nvPr/>
        </p:nvSpPr>
        <p:spPr>
          <a:xfrm>
            <a:off x="782968" y="1847352"/>
            <a:ext cx="3240681" cy="574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39" name="Rectangle 30"/>
          <p:cNvSpPr/>
          <p:nvPr/>
        </p:nvSpPr>
        <p:spPr>
          <a:xfrm>
            <a:off x="782969" y="1526109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40" name="Rectangle 29"/>
          <p:cNvSpPr/>
          <p:nvPr/>
        </p:nvSpPr>
        <p:spPr>
          <a:xfrm>
            <a:off x="782968" y="2977969"/>
            <a:ext cx="3240681" cy="574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1" name="Rectangle 30"/>
          <p:cNvSpPr/>
          <p:nvPr/>
        </p:nvSpPr>
        <p:spPr>
          <a:xfrm>
            <a:off x="782969" y="2656726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42" name="Rectangle 29"/>
          <p:cNvSpPr/>
          <p:nvPr/>
        </p:nvSpPr>
        <p:spPr>
          <a:xfrm>
            <a:off x="782968" y="4195292"/>
            <a:ext cx="3240681" cy="574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3" name="Rectangle 30"/>
          <p:cNvSpPr/>
          <p:nvPr/>
        </p:nvSpPr>
        <p:spPr>
          <a:xfrm>
            <a:off x="782969" y="3874049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  <p:sp>
        <p:nvSpPr>
          <p:cNvPr id="44" name="Rectangle 29"/>
          <p:cNvSpPr/>
          <p:nvPr/>
        </p:nvSpPr>
        <p:spPr>
          <a:xfrm>
            <a:off x="782968" y="5295017"/>
            <a:ext cx="3240681" cy="574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Source Han Sans SC" panose="020B0500000000000000" pitchFamily="34" charset="-128"/>
                <a:ea typeface="Source Han Sans SC" panose="020B0500000000000000" pitchFamily="34" charset="-128"/>
                <a:sym typeface="FZHei-B01S" panose="02010601030101010101" pitchFamily="2" charset="-122"/>
              </a:rPr>
              <a:t>请在此处添加具体内容，文字尽量言简意赅，简单说明即可，不必过于繁琐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Source Han Sans SC" panose="020B0500000000000000" pitchFamily="34" charset="-128"/>
              <a:ea typeface="Source Han Sans SC" panose="020B0500000000000000" pitchFamily="34" charset="-128"/>
              <a:sym typeface="FZHei-B01S" panose="02010601030101010101" pitchFamily="2" charset="-122"/>
            </a:endParaRPr>
          </a:p>
        </p:txBody>
      </p:sp>
      <p:sp>
        <p:nvSpPr>
          <p:cNvPr id="45" name="Rectangle 30"/>
          <p:cNvSpPr/>
          <p:nvPr/>
        </p:nvSpPr>
        <p:spPr>
          <a:xfrm>
            <a:off x="782969" y="4973774"/>
            <a:ext cx="1092141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ource Han Sans SC" panose="020B0500000000000000" pitchFamily="34" charset="-128"/>
                <a:ea typeface="Source Han Sans SC" panose="020B0500000000000000" pitchFamily="34" charset="-128"/>
                <a:cs typeface="Open Sans" pitchFamily="34" charset="0"/>
                <a:sym typeface="+mn-ea"/>
              </a:rPr>
              <a:t>添加标题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ource Han Sans SC" panose="020B0500000000000000" pitchFamily="34" charset="-128"/>
              <a:ea typeface="Source Han Sans SC" panose="020B0500000000000000" pitchFamily="34" charset="-128"/>
              <a:cs typeface="Open Sans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/>
            <a:srcRect/>
            <a:stretch>
              <a:fillRect t="-68518" b="-6851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Pentagon 8"/>
          <p:cNvSpPr/>
          <p:nvPr/>
        </p:nvSpPr>
        <p:spPr>
          <a:xfrm rot="5400000">
            <a:off x="3850550" y="-2309066"/>
            <a:ext cx="4490900" cy="10531420"/>
          </a:xfrm>
          <a:prstGeom prst="homePlate">
            <a:avLst>
              <a:gd name="adj" fmla="val 29908"/>
            </a:avLst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srgbClr val="FBFBF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itle 5"/>
          <p:cNvSpPr txBox="1"/>
          <p:nvPr/>
        </p:nvSpPr>
        <p:spPr>
          <a:xfrm>
            <a:off x="1819142" y="1827376"/>
            <a:ext cx="8553713" cy="7989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spc="600" dirty="0">
                <a:solidFill>
                  <a:schemeClr val="bg1"/>
                </a:solidFill>
                <a:latin typeface="FZQingKeBenYueSongS-R-GB" panose="02000000000000000000" pitchFamily="2" charset="-122"/>
                <a:ea typeface="FZQingKeBenYueSongS-R-GB" panose="02000000000000000000" pitchFamily="2" charset="-122"/>
                <a:cs typeface="+mn-ea"/>
                <a:sym typeface="+mn-lt"/>
              </a:rPr>
              <a:t>谢谢观看</a:t>
            </a:r>
            <a:endParaRPr lang="en-US" sz="6600" spc="600" dirty="0">
              <a:solidFill>
                <a:schemeClr val="bg1"/>
              </a:solidFill>
              <a:latin typeface="FZQingKeBenYueSongS-R-GB" panose="02000000000000000000" pitchFamily="2" charset="-122"/>
              <a:ea typeface="FZQingKeBenYueSongS-R-GB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2089350" y="2757512"/>
            <a:ext cx="8097388" cy="646331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pPr algn="ctr"/>
            <a:r>
              <a:rPr lang="en-US" altLang="zh-CN" sz="36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POWERPOINT </a:t>
            </a:r>
            <a:r>
              <a:rPr lang="en-US" altLang="zh-CN" sz="3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TEMPLATE</a:t>
            </a:r>
            <a:endParaRPr lang="en-US" altLang="zh-CN" sz="3600" b="1" dirty="0"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6" name="文本框 7"/>
          <p:cNvSpPr txBox="1"/>
          <p:nvPr/>
        </p:nvSpPr>
        <p:spPr>
          <a:xfrm>
            <a:off x="5132678" y="3669311"/>
            <a:ext cx="1926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Created by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深度视觉</a:t>
            </a:r>
            <a:endParaRPr lang="en-US" altLang="zh-CN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Freeform 19"/>
          <p:cNvSpPr/>
          <p:nvPr/>
        </p:nvSpPr>
        <p:spPr bwMode="auto">
          <a:xfrm rot="5400000" flipH="1">
            <a:off x="4907006" y="-715645"/>
            <a:ext cx="2462075" cy="12276083"/>
          </a:xfrm>
          <a:custGeom>
            <a:avLst/>
            <a:gdLst>
              <a:gd name="T0" fmla="*/ 453 w 453"/>
              <a:gd name="T1" fmla="*/ 4 h 814"/>
              <a:gd name="T2" fmla="*/ 284 w 453"/>
              <a:gd name="T3" fmla="*/ 4 h 814"/>
              <a:gd name="T4" fmla="*/ 286 w 453"/>
              <a:gd name="T5" fmla="*/ 0 h 814"/>
              <a:gd name="T6" fmla="*/ 0 w 453"/>
              <a:gd name="T7" fmla="*/ 414 h 814"/>
              <a:gd name="T8" fmla="*/ 275 w 453"/>
              <a:gd name="T9" fmla="*/ 814 h 814"/>
              <a:gd name="T10" fmla="*/ 444 w 453"/>
              <a:gd name="T11" fmla="*/ 814 h 814"/>
              <a:gd name="T12" fmla="*/ 166 w 453"/>
              <a:gd name="T13" fmla="*/ 416 h 814"/>
              <a:gd name="T14" fmla="*/ 453 w 453"/>
              <a:gd name="T15" fmla="*/ 4 h 8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53" h="814">
                <a:moveTo>
                  <a:pt x="453" y="4"/>
                </a:moveTo>
                <a:lnTo>
                  <a:pt x="284" y="4"/>
                </a:lnTo>
                <a:lnTo>
                  <a:pt x="286" y="0"/>
                </a:lnTo>
                <a:lnTo>
                  <a:pt x="0" y="414"/>
                </a:lnTo>
                <a:lnTo>
                  <a:pt x="275" y="814"/>
                </a:lnTo>
                <a:lnTo>
                  <a:pt x="444" y="814"/>
                </a:lnTo>
                <a:lnTo>
                  <a:pt x="166" y="416"/>
                </a:lnTo>
                <a:lnTo>
                  <a:pt x="453" y="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tags/tag1.xml><?xml version="1.0" encoding="utf-8"?>
<p:tagLst xmlns:p="http://schemas.openxmlformats.org/presentationml/2006/main">
  <p:tag name="ISLIDE.DIAGRAM" val="183100"/>
</p:tagLst>
</file>

<file path=ppt/tags/tag2.xml><?xml version="1.0" encoding="utf-8"?>
<p:tagLst xmlns:p="http://schemas.openxmlformats.org/presentationml/2006/main">
  <p:tag name="PA" val="v5.1.2"/>
</p:tagLst>
</file>

<file path=ppt/tags/tag3.xml><?xml version="1.0" encoding="utf-8"?>
<p:tagLst xmlns:p="http://schemas.openxmlformats.org/presentationml/2006/main">
  <p:tag name="PA" val="v5.1.2"/>
</p:tagLst>
</file>

<file path=ppt/tags/tag4.xml><?xml version="1.0" encoding="utf-8"?>
<p:tagLst xmlns:p="http://schemas.openxmlformats.org/presentationml/2006/main">
  <p:tag name="PA" val="v5.1.2"/>
</p:tagLst>
</file>

<file path=ppt/tags/tag5.xml><?xml version="1.0" encoding="utf-8"?>
<p:tagLst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Custom 2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D73"/>
      </a:accent1>
      <a:accent2>
        <a:srgbClr val="3C7AAB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WPS 演示</Application>
  <PresentationFormat>宽屏</PresentationFormat>
  <Paragraphs>313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FZQingKeBenYueSongS-R-GB</vt:lpstr>
      <vt:lpstr>思源黑体 CN Heavy</vt:lpstr>
      <vt:lpstr>微软雅黑 Light</vt:lpstr>
      <vt:lpstr>思源黑体</vt:lpstr>
      <vt:lpstr>黑体</vt:lpstr>
      <vt:lpstr>Source Han Sans CN Normal</vt:lpstr>
      <vt:lpstr>Source Han Sans CN</vt:lpstr>
      <vt:lpstr>Yu Gothic UI</vt:lpstr>
      <vt:lpstr>思源黑体 CN Normal</vt:lpstr>
      <vt:lpstr>FZHei-B01S</vt:lpstr>
      <vt:lpstr>Open Sans</vt:lpstr>
      <vt:lpstr>Lato</vt:lpstr>
      <vt:lpstr>Source Han Sans SC</vt:lpstr>
      <vt:lpstr>Source Han Sans CN Heavy</vt:lpstr>
      <vt:lpstr>Roboto Black</vt:lpstr>
      <vt:lpstr>Wide Latin</vt:lpstr>
      <vt:lpstr>Gill Sans</vt:lpstr>
      <vt:lpstr>Source Sans Pro Light</vt:lpstr>
      <vt:lpstr>Roboto Light</vt:lpstr>
      <vt:lpstr>等线</vt:lpstr>
      <vt:lpstr>Arial Unicode MS</vt:lpstr>
      <vt:lpstr>等线 Light</vt:lpstr>
      <vt:lpstr>Calibri</vt:lpstr>
      <vt:lpstr>Lato</vt:lpstr>
      <vt:lpstr>Roboto</vt:lpstr>
      <vt:lpstr>HelveticaNeueLT Std</vt:lpstr>
      <vt:lpstr>Calibri</vt:lpstr>
      <vt:lpstr>Helvetica Light</vt:lpstr>
      <vt:lpstr>Montserrat</vt:lpstr>
      <vt:lpstr>Segoe Print</vt:lpstr>
      <vt:lpstr>KSOF4CFA6896</vt:lpstr>
      <vt:lpstr>Yu Gothic UI Semilight</vt:lpstr>
      <vt:lpstr>Gill Sans MT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Administrater</dc:creator>
  <cp:lastModifiedBy>墨城烟柳</cp:lastModifiedBy>
  <cp:revision>8</cp:revision>
  <dcterms:created xsi:type="dcterms:W3CDTF">2019-11-13T11:19:00Z</dcterms:created>
  <dcterms:modified xsi:type="dcterms:W3CDTF">2026-09-29T08:44:49Z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v1.0_mb_6KwjQV+KRHoGEjK9KXCiMw==</vt:lpwstr>
  </property>
  <property fmtid="{D5CDD505-2E9C-101B-9397-08002B2CF9AE}" pid="4" name="ICV">
    <vt:lpwstr>D3CC5FE816A24DD8B9BECC0BDCDB99DC_11</vt:lpwstr>
  </property>
</Properties>
</file>